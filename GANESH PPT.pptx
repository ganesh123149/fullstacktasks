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Kumar Kuruba" userId="e2dff76a3b5fcfbb" providerId="LiveId" clId="{932AD2CC-6724-4E37-B097-B954D73A674C}"/>
    <pc:docChg chg="modSld">
      <pc:chgData name="Rakesh Kumar Kuruba" userId="e2dff76a3b5fcfbb" providerId="LiveId" clId="{932AD2CC-6724-4E37-B097-B954D73A674C}" dt="2026-03-23T03:49:39.279" v="5" actId="20577"/>
      <pc:docMkLst>
        <pc:docMk/>
      </pc:docMkLst>
      <pc:sldChg chg="modSp mod">
        <pc:chgData name="Rakesh Kumar Kuruba" userId="e2dff76a3b5fcfbb" providerId="LiveId" clId="{932AD2CC-6724-4E37-B097-B954D73A674C}" dt="2026-03-23T03:49:39.279" v="5" actId="20577"/>
        <pc:sldMkLst>
          <pc:docMk/>
          <pc:sldMk cId="0" sldId="256"/>
        </pc:sldMkLst>
        <pc:spChg chg="mod">
          <ac:chgData name="Rakesh Kumar Kuruba" userId="e2dff76a3b5fcfbb" providerId="LiveId" clId="{932AD2CC-6724-4E37-B097-B954D73A674C}" dt="2026-03-23T03:49:39.279" v="5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620012"/>
            <a:ext cx="527303" cy="1402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7132" y="1057655"/>
            <a:ext cx="1001267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8722" y="1218735"/>
            <a:ext cx="6120130" cy="5072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3686" y="2460784"/>
            <a:ext cx="8110855" cy="270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3791" y="1057655"/>
            <a:ext cx="2804609" cy="8945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5"/>
            <a:ext cx="711708" cy="54330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1002" y="1225111"/>
            <a:ext cx="2469400" cy="6728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26339" y="1950161"/>
            <a:ext cx="780605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30" dirty="0">
                <a:latin typeface="Cambria"/>
                <a:cs typeface="Cambria"/>
              </a:rPr>
              <a:t>Vel</a:t>
            </a:r>
            <a:r>
              <a:rPr sz="1750" b="1" spc="-25" dirty="0">
                <a:latin typeface="Cambria"/>
                <a:cs typeface="Cambria"/>
              </a:rPr>
              <a:t> </a:t>
            </a:r>
            <a:r>
              <a:rPr sz="1750" b="1" spc="-20" dirty="0">
                <a:latin typeface="Cambria"/>
                <a:cs typeface="Cambria"/>
              </a:rPr>
              <a:t>Tech </a:t>
            </a:r>
            <a:r>
              <a:rPr sz="1750" b="1" dirty="0">
                <a:latin typeface="Cambria"/>
                <a:cs typeface="Cambria"/>
              </a:rPr>
              <a:t>Rangarajan</a:t>
            </a:r>
            <a:r>
              <a:rPr sz="1750" b="1" spc="-50" dirty="0">
                <a:latin typeface="Cambria"/>
                <a:cs typeface="Cambria"/>
              </a:rPr>
              <a:t> Dr.</a:t>
            </a:r>
            <a:r>
              <a:rPr sz="1750" b="1" spc="-3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Sagunthala</a:t>
            </a:r>
            <a:r>
              <a:rPr sz="1750" b="1" spc="-2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R&amp;D</a:t>
            </a:r>
            <a:r>
              <a:rPr sz="1750" b="1" spc="-1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Institute</a:t>
            </a:r>
            <a:r>
              <a:rPr sz="1750" b="1" spc="-1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of</a:t>
            </a:r>
            <a:r>
              <a:rPr sz="1750" b="1" spc="-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Science</a:t>
            </a:r>
            <a:r>
              <a:rPr sz="1750" b="1" spc="-3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and</a:t>
            </a:r>
            <a:r>
              <a:rPr sz="1750" b="1" spc="-20" dirty="0">
                <a:latin typeface="Cambria"/>
                <a:cs typeface="Cambria"/>
              </a:rPr>
              <a:t> </a:t>
            </a:r>
            <a:r>
              <a:rPr sz="1750" b="1" spc="-10" dirty="0">
                <a:latin typeface="Cambria"/>
                <a:cs typeface="Cambria"/>
              </a:rPr>
              <a:t>Technology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32918" y="2216909"/>
            <a:ext cx="23895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1950" spc="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1950" spc="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95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3762" y="2433364"/>
            <a:ext cx="7381875" cy="268983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70205" algn="ctr">
              <a:lnSpc>
                <a:spcPct val="100000"/>
              </a:lnSpc>
              <a:spcBef>
                <a:spcPts val="795"/>
              </a:spcBef>
            </a:pPr>
            <a:r>
              <a:rPr sz="1750" b="1" dirty="0">
                <a:latin typeface="Cambria"/>
                <a:cs typeface="Cambria"/>
              </a:rPr>
              <a:t>Department</a:t>
            </a:r>
            <a:r>
              <a:rPr sz="1750" b="1" spc="-1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of Computer</a:t>
            </a:r>
            <a:r>
              <a:rPr sz="1750" b="1" spc="-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Science</a:t>
            </a:r>
            <a:r>
              <a:rPr sz="1750" b="1" spc="-1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and</a:t>
            </a:r>
            <a:r>
              <a:rPr sz="1750" b="1" spc="5" dirty="0">
                <a:latin typeface="Cambria"/>
                <a:cs typeface="Cambria"/>
              </a:rPr>
              <a:t> </a:t>
            </a:r>
            <a:r>
              <a:rPr sz="1750" b="1" spc="-10" dirty="0">
                <a:latin typeface="Cambria"/>
                <a:cs typeface="Cambria"/>
              </a:rPr>
              <a:t>Engineering</a:t>
            </a:r>
            <a:endParaRPr sz="1750" dirty="0">
              <a:latin typeface="Cambria"/>
              <a:cs typeface="Cambria"/>
            </a:endParaRPr>
          </a:p>
          <a:p>
            <a:pPr marL="369570" algn="ctr">
              <a:lnSpc>
                <a:spcPct val="100000"/>
              </a:lnSpc>
              <a:spcBef>
                <a:spcPts val="635"/>
              </a:spcBef>
            </a:pPr>
            <a:r>
              <a:rPr sz="1500" b="1" spc="15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1500" b="1" spc="19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1500" b="1" spc="18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6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1500" b="1" spc="2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8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1500" b="1" spc="2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25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1500" b="1" spc="21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6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1500" b="1" spc="229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90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1500" dirty="0">
              <a:latin typeface="Cambria"/>
              <a:cs typeface="Cambria"/>
            </a:endParaRPr>
          </a:p>
          <a:p>
            <a:pPr marL="370205" algn="ctr">
              <a:lnSpc>
                <a:spcPct val="100000"/>
              </a:lnSpc>
              <a:spcBef>
                <a:spcPts val="894"/>
              </a:spcBef>
            </a:pP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sz="1950" b="1" spc="5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r>
              <a:rPr sz="1950" b="1" spc="5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:</a:t>
            </a:r>
            <a:r>
              <a:rPr sz="1950" b="1" spc="7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MILESTONE</a:t>
            </a:r>
            <a:r>
              <a:rPr sz="1950" b="1" spc="6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sz="1950" b="1" spc="6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–</a:t>
            </a:r>
            <a:r>
              <a:rPr sz="1950" b="1" spc="4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1950" b="1" spc="-50" dirty="0">
                <a:solidFill>
                  <a:srgbClr val="BF0000"/>
                </a:solidFill>
                <a:latin typeface="Arial"/>
                <a:cs typeface="Arial"/>
              </a:rPr>
              <a:t>1</a:t>
            </a:r>
            <a:endParaRPr sz="1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950" dirty="0">
              <a:latin typeface="Arial"/>
              <a:cs typeface="Arial"/>
            </a:endParaRPr>
          </a:p>
          <a:p>
            <a:pPr marL="371475" algn="ctr">
              <a:lnSpc>
                <a:spcPct val="100000"/>
              </a:lnSpc>
            </a:pPr>
            <a:r>
              <a:rPr sz="1950" b="1" dirty="0">
                <a:solidFill>
                  <a:srgbClr val="BF0000"/>
                </a:solidFill>
                <a:latin typeface="Arial"/>
                <a:cs typeface="Arial"/>
              </a:rPr>
              <a:t>Date</a:t>
            </a:r>
            <a:r>
              <a:rPr sz="1950" b="1">
                <a:solidFill>
                  <a:srgbClr val="BF0000"/>
                </a:solidFill>
                <a:latin typeface="Arial"/>
                <a:cs typeface="Arial"/>
              </a:rPr>
              <a:t>:</a:t>
            </a:r>
            <a:r>
              <a:rPr sz="1950" b="1" spc="85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sz="1950" b="1" spc="85">
                <a:solidFill>
                  <a:srgbClr val="BF0000"/>
                </a:solidFill>
                <a:latin typeface="Arial"/>
                <a:cs typeface="Arial"/>
              </a:rPr>
              <a:t>23</a:t>
            </a:r>
            <a:r>
              <a:rPr sz="1950" b="1">
                <a:solidFill>
                  <a:srgbClr val="BF0000"/>
                </a:solidFill>
                <a:latin typeface="Arial"/>
                <a:cs typeface="Arial"/>
              </a:rPr>
              <a:t>-0</a:t>
            </a:r>
            <a:r>
              <a:rPr lang="en-US" sz="1950" b="1">
                <a:solidFill>
                  <a:srgbClr val="BF0000"/>
                </a:solidFill>
                <a:latin typeface="Arial"/>
                <a:cs typeface="Arial"/>
              </a:rPr>
              <a:t>3</a:t>
            </a:r>
            <a:r>
              <a:rPr sz="1950" b="1">
                <a:solidFill>
                  <a:srgbClr val="BF0000"/>
                </a:solidFill>
                <a:latin typeface="Arial"/>
                <a:cs typeface="Arial"/>
              </a:rPr>
              <a:t>-</a:t>
            </a:r>
            <a:r>
              <a:rPr sz="1950" b="1" spc="-20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1950">
              <a:latin typeface="Arial"/>
              <a:cs typeface="Arial"/>
            </a:endParaRPr>
          </a:p>
          <a:p>
            <a:pPr marL="556260">
              <a:lnSpc>
                <a:spcPct val="100000"/>
              </a:lnSpc>
              <a:spcBef>
                <a:spcPts val="2170"/>
              </a:spcBef>
            </a:pPr>
            <a:r>
              <a:rPr sz="2200" spc="-10" dirty="0">
                <a:solidFill>
                  <a:srgbClr val="0033CC"/>
                </a:solidFill>
                <a:latin typeface="Calibri"/>
                <a:cs typeface="Calibri"/>
              </a:rPr>
              <a:t>Responsive</a:t>
            </a:r>
            <a:r>
              <a:rPr sz="22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33CC"/>
                </a:solidFill>
                <a:latin typeface="Calibri"/>
                <a:cs typeface="Calibri"/>
              </a:rPr>
              <a:t>E-</a:t>
            </a:r>
            <a:r>
              <a:rPr sz="2200" spc="-10" dirty="0">
                <a:solidFill>
                  <a:srgbClr val="0033CC"/>
                </a:solidFill>
                <a:latin typeface="Calibri"/>
                <a:cs typeface="Calibri"/>
              </a:rPr>
              <a:t>Commerce</a:t>
            </a:r>
            <a:r>
              <a:rPr sz="22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Interface</a:t>
            </a:r>
            <a:r>
              <a:rPr sz="220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sz="22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0033CC"/>
                </a:solidFill>
                <a:latin typeface="Calibri"/>
                <a:cs typeface="Calibri"/>
              </a:rPr>
              <a:t>State-</a:t>
            </a:r>
            <a:r>
              <a:rPr sz="2200" spc="-20" dirty="0">
                <a:solidFill>
                  <a:srgbClr val="0033CC"/>
                </a:solidFill>
                <a:latin typeface="Calibri"/>
                <a:cs typeface="Calibri"/>
              </a:rPr>
              <a:t>Persistent</a:t>
            </a:r>
            <a:r>
              <a:rPr sz="22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33CC"/>
                </a:solidFill>
                <a:latin typeface="Calibri"/>
                <a:cs typeface="Calibri"/>
              </a:rPr>
              <a:t>Cart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100" b="1" dirty="0">
                <a:latin typeface="Cambria"/>
                <a:cs typeface="Cambria"/>
              </a:rPr>
              <a:t>SDG: SDG</a:t>
            </a:r>
            <a:r>
              <a:rPr sz="1100" b="1" spc="-2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4</a:t>
            </a:r>
            <a:r>
              <a:rPr sz="1100" b="1" spc="1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– </a:t>
            </a:r>
            <a:r>
              <a:rPr sz="1100" b="1" spc="-10" dirty="0">
                <a:latin typeface="Cambria"/>
                <a:cs typeface="Cambria"/>
              </a:rPr>
              <a:t>Quality</a:t>
            </a:r>
            <a:r>
              <a:rPr sz="1100" b="1" spc="-20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Education</a:t>
            </a:r>
            <a:endParaRPr sz="11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1360" y="5309974"/>
            <a:ext cx="4040640" cy="774571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50" b="1" spc="-10" dirty="0">
                <a:latin typeface="Cambria"/>
                <a:cs typeface="Cambria"/>
              </a:rPr>
              <a:t>Presented</a:t>
            </a:r>
            <a:r>
              <a:rPr sz="1650" b="1" spc="-40" dirty="0">
                <a:latin typeface="Cambria"/>
                <a:cs typeface="Cambria"/>
              </a:rPr>
              <a:t> </a:t>
            </a:r>
            <a:r>
              <a:rPr sz="1650" b="1" spc="-25" dirty="0">
                <a:latin typeface="Cambria"/>
                <a:cs typeface="Cambria"/>
              </a:rPr>
              <a:t>By:</a:t>
            </a:r>
            <a:endParaRPr sz="16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lang="en-US" sz="1650" spc="-35" dirty="0">
                <a:latin typeface="Cambria"/>
                <a:cs typeface="Cambria"/>
              </a:rPr>
              <a:t>N.P V S GANESH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-2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VTU2</a:t>
            </a:r>
            <a:r>
              <a:rPr lang="en-US" sz="1650" dirty="0">
                <a:latin typeface="Cambria"/>
                <a:cs typeface="Cambria"/>
              </a:rPr>
              <a:t>6185</a:t>
            </a:r>
            <a:r>
              <a:rPr sz="1650" spc="-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-10" dirty="0">
                <a:latin typeface="Cambria"/>
                <a:cs typeface="Cambria"/>
              </a:rPr>
              <a:t>23UEC</a:t>
            </a:r>
            <a:r>
              <a:rPr lang="en-US" sz="1650" spc="-10" dirty="0">
                <a:latin typeface="Cambria"/>
                <a:cs typeface="Cambria"/>
              </a:rPr>
              <a:t>S1151</a:t>
            </a:r>
            <a:endParaRPr sz="165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8946" y="5320653"/>
            <a:ext cx="2979420" cy="77851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50" b="1" dirty="0">
                <a:latin typeface="Cambria"/>
                <a:cs typeface="Cambria"/>
              </a:rPr>
              <a:t>Courses</a:t>
            </a:r>
            <a:r>
              <a:rPr sz="1650" b="1" spc="-45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Handling</a:t>
            </a:r>
            <a:r>
              <a:rPr sz="1650" b="1" spc="-65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Faculty:</a:t>
            </a:r>
            <a:endParaRPr sz="16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50" spc="-45" dirty="0" err="1">
                <a:latin typeface="Cambria"/>
                <a:cs typeface="Cambria"/>
              </a:rPr>
              <a:t>Dr.</a:t>
            </a:r>
            <a:r>
              <a:rPr lang="en-US" sz="1650" spc="-25" dirty="0" err="1">
                <a:latin typeface="Cambria"/>
                <a:cs typeface="Cambria"/>
              </a:rPr>
              <a:t>M.MAGESHWARI</a:t>
            </a:r>
            <a:r>
              <a:rPr sz="1650" spc="-40" dirty="0">
                <a:latin typeface="Cambria"/>
                <a:cs typeface="Cambria"/>
              </a:rPr>
              <a:t> </a:t>
            </a:r>
            <a:endParaRPr sz="16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2955"/>
            <a:ext cx="527303" cy="1417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8620" y="2132075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6779" y="2262570"/>
            <a:ext cx="9334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31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2731" y="3503676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38684" y="0"/>
                </a:moveTo>
                <a:lnTo>
                  <a:pt x="95000" y="7644"/>
                </a:lnTo>
                <a:lnTo>
                  <a:pt x="56948" y="28968"/>
                </a:lnTo>
                <a:lnTo>
                  <a:pt x="26871" y="61557"/>
                </a:lnTo>
                <a:lnTo>
                  <a:pt x="7107" y="102998"/>
                </a:lnTo>
                <a:lnTo>
                  <a:pt x="0" y="150876"/>
                </a:lnTo>
                <a:lnTo>
                  <a:pt x="7107" y="198010"/>
                </a:lnTo>
                <a:lnTo>
                  <a:pt x="26871" y="238999"/>
                </a:lnTo>
                <a:lnTo>
                  <a:pt x="56948" y="271357"/>
                </a:lnTo>
                <a:lnTo>
                  <a:pt x="95000" y="292595"/>
                </a:lnTo>
                <a:lnTo>
                  <a:pt x="138684" y="300228"/>
                </a:lnTo>
                <a:lnTo>
                  <a:pt x="183111" y="292595"/>
                </a:lnTo>
                <a:lnTo>
                  <a:pt x="221613" y="271357"/>
                </a:lnTo>
                <a:lnTo>
                  <a:pt x="251923" y="238999"/>
                </a:lnTo>
                <a:lnTo>
                  <a:pt x="271771" y="198010"/>
                </a:lnTo>
                <a:lnTo>
                  <a:pt x="278892" y="150876"/>
                </a:lnTo>
                <a:lnTo>
                  <a:pt x="271771" y="102998"/>
                </a:lnTo>
                <a:lnTo>
                  <a:pt x="251923" y="61557"/>
                </a:lnTo>
                <a:lnTo>
                  <a:pt x="221613" y="28968"/>
                </a:lnTo>
                <a:lnTo>
                  <a:pt x="183111" y="7644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0664" y="3567130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731" y="2767583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38684" y="0"/>
                </a:moveTo>
                <a:lnTo>
                  <a:pt x="95000" y="7632"/>
                </a:lnTo>
                <a:lnTo>
                  <a:pt x="56948" y="28870"/>
                </a:lnTo>
                <a:lnTo>
                  <a:pt x="26871" y="61228"/>
                </a:lnTo>
                <a:lnTo>
                  <a:pt x="7107" y="102217"/>
                </a:lnTo>
                <a:lnTo>
                  <a:pt x="0" y="149352"/>
                </a:lnTo>
                <a:lnTo>
                  <a:pt x="7107" y="196486"/>
                </a:lnTo>
                <a:lnTo>
                  <a:pt x="26871" y="237475"/>
                </a:lnTo>
                <a:lnTo>
                  <a:pt x="56948" y="269833"/>
                </a:lnTo>
                <a:lnTo>
                  <a:pt x="95000" y="291071"/>
                </a:lnTo>
                <a:lnTo>
                  <a:pt x="138684" y="298704"/>
                </a:lnTo>
                <a:lnTo>
                  <a:pt x="183111" y="291071"/>
                </a:lnTo>
                <a:lnTo>
                  <a:pt x="221613" y="269833"/>
                </a:lnTo>
                <a:lnTo>
                  <a:pt x="251923" y="237475"/>
                </a:lnTo>
                <a:lnTo>
                  <a:pt x="271771" y="196486"/>
                </a:lnTo>
                <a:lnTo>
                  <a:pt x="278892" y="149352"/>
                </a:lnTo>
                <a:lnTo>
                  <a:pt x="271771" y="102217"/>
                </a:lnTo>
                <a:lnTo>
                  <a:pt x="251923" y="61228"/>
                </a:lnTo>
                <a:lnTo>
                  <a:pt x="221613" y="28870"/>
                </a:lnTo>
                <a:lnTo>
                  <a:pt x="183111" y="7632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3636" y="2831074"/>
            <a:ext cx="97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2731" y="3872484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38684" y="0"/>
                </a:moveTo>
                <a:lnTo>
                  <a:pt x="95000" y="7632"/>
                </a:lnTo>
                <a:lnTo>
                  <a:pt x="56948" y="28870"/>
                </a:lnTo>
                <a:lnTo>
                  <a:pt x="26871" y="61228"/>
                </a:lnTo>
                <a:lnTo>
                  <a:pt x="7107" y="102217"/>
                </a:lnTo>
                <a:lnTo>
                  <a:pt x="0" y="149352"/>
                </a:lnTo>
                <a:lnTo>
                  <a:pt x="7107" y="196486"/>
                </a:lnTo>
                <a:lnTo>
                  <a:pt x="26871" y="237475"/>
                </a:lnTo>
                <a:lnTo>
                  <a:pt x="56948" y="269833"/>
                </a:lnTo>
                <a:lnTo>
                  <a:pt x="95000" y="291071"/>
                </a:lnTo>
                <a:lnTo>
                  <a:pt x="138684" y="298704"/>
                </a:lnTo>
                <a:lnTo>
                  <a:pt x="183111" y="291071"/>
                </a:lnTo>
                <a:lnTo>
                  <a:pt x="221613" y="269833"/>
                </a:lnTo>
                <a:lnTo>
                  <a:pt x="251923" y="237475"/>
                </a:lnTo>
                <a:lnTo>
                  <a:pt x="271771" y="196486"/>
                </a:lnTo>
                <a:lnTo>
                  <a:pt x="278892" y="149352"/>
                </a:lnTo>
                <a:lnTo>
                  <a:pt x="271771" y="102217"/>
                </a:lnTo>
                <a:lnTo>
                  <a:pt x="251923" y="61228"/>
                </a:lnTo>
                <a:lnTo>
                  <a:pt x="221613" y="28870"/>
                </a:lnTo>
                <a:lnTo>
                  <a:pt x="183111" y="7632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3636" y="3934444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2731" y="3134867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38684" y="0"/>
                </a:moveTo>
                <a:lnTo>
                  <a:pt x="95000" y="7644"/>
                </a:lnTo>
                <a:lnTo>
                  <a:pt x="56948" y="28968"/>
                </a:lnTo>
                <a:lnTo>
                  <a:pt x="26871" y="61557"/>
                </a:lnTo>
                <a:lnTo>
                  <a:pt x="7107" y="102998"/>
                </a:lnTo>
                <a:lnTo>
                  <a:pt x="0" y="150876"/>
                </a:lnTo>
                <a:lnTo>
                  <a:pt x="7107" y="198010"/>
                </a:lnTo>
                <a:lnTo>
                  <a:pt x="26871" y="238999"/>
                </a:lnTo>
                <a:lnTo>
                  <a:pt x="56948" y="271357"/>
                </a:lnTo>
                <a:lnTo>
                  <a:pt x="95000" y="292595"/>
                </a:lnTo>
                <a:lnTo>
                  <a:pt x="138684" y="300228"/>
                </a:lnTo>
                <a:lnTo>
                  <a:pt x="183111" y="292595"/>
                </a:lnTo>
                <a:lnTo>
                  <a:pt x="221613" y="271357"/>
                </a:lnTo>
                <a:lnTo>
                  <a:pt x="251923" y="238999"/>
                </a:lnTo>
                <a:lnTo>
                  <a:pt x="271771" y="198010"/>
                </a:lnTo>
                <a:lnTo>
                  <a:pt x="278892" y="150876"/>
                </a:lnTo>
                <a:lnTo>
                  <a:pt x="271771" y="102998"/>
                </a:lnTo>
                <a:lnTo>
                  <a:pt x="251923" y="61557"/>
                </a:lnTo>
                <a:lnTo>
                  <a:pt x="221613" y="28968"/>
                </a:lnTo>
                <a:lnTo>
                  <a:pt x="183111" y="7644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3636" y="3198389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2731" y="4608576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38684" y="0"/>
                </a:moveTo>
                <a:lnTo>
                  <a:pt x="95000" y="7632"/>
                </a:lnTo>
                <a:lnTo>
                  <a:pt x="56948" y="28870"/>
                </a:lnTo>
                <a:lnTo>
                  <a:pt x="26871" y="61228"/>
                </a:lnTo>
                <a:lnTo>
                  <a:pt x="7107" y="102217"/>
                </a:lnTo>
                <a:lnTo>
                  <a:pt x="0" y="149352"/>
                </a:lnTo>
                <a:lnTo>
                  <a:pt x="7107" y="197229"/>
                </a:lnTo>
                <a:lnTo>
                  <a:pt x="26871" y="238670"/>
                </a:lnTo>
                <a:lnTo>
                  <a:pt x="56948" y="271259"/>
                </a:lnTo>
                <a:lnTo>
                  <a:pt x="95000" y="292583"/>
                </a:lnTo>
                <a:lnTo>
                  <a:pt x="138684" y="300228"/>
                </a:lnTo>
                <a:lnTo>
                  <a:pt x="183111" y="292583"/>
                </a:lnTo>
                <a:lnTo>
                  <a:pt x="221613" y="271259"/>
                </a:lnTo>
                <a:lnTo>
                  <a:pt x="251923" y="238670"/>
                </a:lnTo>
                <a:lnTo>
                  <a:pt x="271771" y="197229"/>
                </a:lnTo>
                <a:lnTo>
                  <a:pt x="278892" y="149352"/>
                </a:lnTo>
                <a:lnTo>
                  <a:pt x="271771" y="102217"/>
                </a:lnTo>
                <a:lnTo>
                  <a:pt x="251923" y="61228"/>
                </a:lnTo>
                <a:lnTo>
                  <a:pt x="221613" y="28870"/>
                </a:lnTo>
                <a:lnTo>
                  <a:pt x="183111" y="7632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5181" y="4672045"/>
            <a:ext cx="965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2731" y="4239767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38684" y="0"/>
                </a:moveTo>
                <a:lnTo>
                  <a:pt x="95000" y="7632"/>
                </a:lnTo>
                <a:lnTo>
                  <a:pt x="56948" y="28870"/>
                </a:lnTo>
                <a:lnTo>
                  <a:pt x="26871" y="61228"/>
                </a:lnTo>
                <a:lnTo>
                  <a:pt x="7107" y="102217"/>
                </a:lnTo>
                <a:lnTo>
                  <a:pt x="0" y="149352"/>
                </a:lnTo>
                <a:lnTo>
                  <a:pt x="7107" y="197071"/>
                </a:lnTo>
                <a:lnTo>
                  <a:pt x="26871" y="238134"/>
                </a:lnTo>
                <a:lnTo>
                  <a:pt x="56948" y="270272"/>
                </a:lnTo>
                <a:lnTo>
                  <a:pt x="95000" y="291218"/>
                </a:lnTo>
                <a:lnTo>
                  <a:pt x="138684" y="298704"/>
                </a:lnTo>
                <a:lnTo>
                  <a:pt x="183111" y="291218"/>
                </a:lnTo>
                <a:lnTo>
                  <a:pt x="221613" y="270272"/>
                </a:lnTo>
                <a:lnTo>
                  <a:pt x="251923" y="238134"/>
                </a:lnTo>
                <a:lnTo>
                  <a:pt x="271771" y="197071"/>
                </a:lnTo>
                <a:lnTo>
                  <a:pt x="278892" y="149352"/>
                </a:lnTo>
                <a:lnTo>
                  <a:pt x="271771" y="102217"/>
                </a:lnTo>
                <a:lnTo>
                  <a:pt x="251923" y="61228"/>
                </a:lnTo>
                <a:lnTo>
                  <a:pt x="221613" y="28870"/>
                </a:lnTo>
                <a:lnTo>
                  <a:pt x="183111" y="7632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2091" y="4303304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2731" y="4975860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38684" y="0"/>
                </a:moveTo>
                <a:lnTo>
                  <a:pt x="95000" y="7632"/>
                </a:lnTo>
                <a:lnTo>
                  <a:pt x="56948" y="28870"/>
                </a:lnTo>
                <a:lnTo>
                  <a:pt x="26871" y="61228"/>
                </a:lnTo>
                <a:lnTo>
                  <a:pt x="7107" y="102217"/>
                </a:lnTo>
                <a:lnTo>
                  <a:pt x="0" y="149352"/>
                </a:lnTo>
                <a:lnTo>
                  <a:pt x="7107" y="197071"/>
                </a:lnTo>
                <a:lnTo>
                  <a:pt x="26871" y="238134"/>
                </a:lnTo>
                <a:lnTo>
                  <a:pt x="56948" y="270272"/>
                </a:lnTo>
                <a:lnTo>
                  <a:pt x="95000" y="291218"/>
                </a:lnTo>
                <a:lnTo>
                  <a:pt x="138684" y="298704"/>
                </a:lnTo>
                <a:lnTo>
                  <a:pt x="183111" y="291218"/>
                </a:lnTo>
                <a:lnTo>
                  <a:pt x="221613" y="270272"/>
                </a:lnTo>
                <a:lnTo>
                  <a:pt x="251923" y="238134"/>
                </a:lnTo>
                <a:lnTo>
                  <a:pt x="271771" y="197071"/>
                </a:lnTo>
                <a:lnTo>
                  <a:pt x="278892" y="149352"/>
                </a:lnTo>
                <a:lnTo>
                  <a:pt x="271771" y="102217"/>
                </a:lnTo>
                <a:lnTo>
                  <a:pt x="251923" y="61228"/>
                </a:lnTo>
                <a:lnTo>
                  <a:pt x="221613" y="28870"/>
                </a:lnTo>
                <a:lnTo>
                  <a:pt x="183111" y="7632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2091" y="5039360"/>
            <a:ext cx="1003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2731" y="5343144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38684" y="0"/>
                </a:moveTo>
                <a:lnTo>
                  <a:pt x="95000" y="7632"/>
                </a:lnTo>
                <a:lnTo>
                  <a:pt x="56948" y="28870"/>
                </a:lnTo>
                <a:lnTo>
                  <a:pt x="26871" y="61228"/>
                </a:lnTo>
                <a:lnTo>
                  <a:pt x="7107" y="102217"/>
                </a:lnTo>
                <a:lnTo>
                  <a:pt x="0" y="149352"/>
                </a:lnTo>
                <a:lnTo>
                  <a:pt x="7107" y="196486"/>
                </a:lnTo>
                <a:lnTo>
                  <a:pt x="26871" y="237475"/>
                </a:lnTo>
                <a:lnTo>
                  <a:pt x="56948" y="269833"/>
                </a:lnTo>
                <a:lnTo>
                  <a:pt x="95000" y="291071"/>
                </a:lnTo>
                <a:lnTo>
                  <a:pt x="138684" y="298704"/>
                </a:lnTo>
                <a:lnTo>
                  <a:pt x="183111" y="291071"/>
                </a:lnTo>
                <a:lnTo>
                  <a:pt x="221613" y="269833"/>
                </a:lnTo>
                <a:lnTo>
                  <a:pt x="251923" y="237475"/>
                </a:lnTo>
                <a:lnTo>
                  <a:pt x="271771" y="196486"/>
                </a:lnTo>
                <a:lnTo>
                  <a:pt x="278892" y="149352"/>
                </a:lnTo>
                <a:lnTo>
                  <a:pt x="271771" y="102217"/>
                </a:lnTo>
                <a:lnTo>
                  <a:pt x="251923" y="61228"/>
                </a:lnTo>
                <a:lnTo>
                  <a:pt x="221613" y="28870"/>
                </a:lnTo>
                <a:lnTo>
                  <a:pt x="183111" y="7632"/>
                </a:lnTo>
                <a:lnTo>
                  <a:pt x="138684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2091" y="5406674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990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69924" y="2212339"/>
            <a:ext cx="7598409" cy="728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Background</a:t>
            </a:r>
            <a:r>
              <a:rPr sz="1500" b="1" spc="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500" b="1" spc="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500" b="1" spc="9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problem: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2699"/>
              </a:lnSpc>
            </a:pPr>
            <a:r>
              <a:rPr sz="1500" dirty="0">
                <a:latin typeface="Calibri"/>
                <a:cs typeface="Calibri"/>
              </a:rPr>
              <a:t>Many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small-scale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e-commerce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websites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maintain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cart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after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page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refresh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browser </a:t>
            </a:r>
            <a:r>
              <a:rPr sz="1500" dirty="0">
                <a:latin typeface="Calibri"/>
                <a:cs typeface="Calibri"/>
              </a:rPr>
              <a:t>close.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Traditional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static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websites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lack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dynamic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cart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management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persistent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state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handling.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9924" y="3151124"/>
            <a:ext cx="7929245" cy="728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Why</a:t>
            </a:r>
            <a:r>
              <a:rPr sz="1500" b="1" spc="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this</a:t>
            </a:r>
            <a:r>
              <a:rPr sz="1500" b="1" spc="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project</a:t>
            </a:r>
            <a:r>
              <a:rPr sz="1500" b="1" spc="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500" b="1" spc="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important: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2699"/>
              </a:lnSpc>
            </a:pPr>
            <a:r>
              <a:rPr sz="1500" dirty="0">
                <a:latin typeface="Calibri"/>
                <a:cs typeface="Calibri"/>
              </a:rPr>
              <a:t>This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project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demonstrates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how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build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responsive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online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shopping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interface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persistence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modern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frontend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technologies.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69924" y="4089908"/>
            <a:ext cx="6785609" cy="494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Real-world</a:t>
            </a:r>
            <a:r>
              <a:rPr sz="1500" b="1" spc="1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relevance: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00" dirty="0">
                <a:latin typeface="Calibri"/>
                <a:cs typeface="Calibri"/>
              </a:rPr>
              <a:t>Used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online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shopping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platforms,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digital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stores,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retail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web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applications.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9924" y="4793996"/>
            <a:ext cx="7814945" cy="728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Brief</a:t>
            </a:r>
            <a:r>
              <a:rPr sz="1500" b="1" spc="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overview</a:t>
            </a:r>
            <a:r>
              <a:rPr sz="1500" b="1" spc="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500" b="1" spc="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500" b="1" spc="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system: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2699"/>
              </a:lnSpc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responsive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e-commerce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web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application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allows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browse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products,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add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them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cart,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maintain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cart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state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browser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LocalStorage.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2955"/>
            <a:ext cx="527303" cy="1417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90144" y="2514600"/>
            <a:ext cx="547370" cy="546100"/>
          </a:xfrm>
          <a:custGeom>
            <a:avLst/>
            <a:gdLst/>
            <a:ahLst/>
            <a:cxnLst/>
            <a:rect l="l" t="t" r="r" b="b"/>
            <a:pathLst>
              <a:path w="547369" h="546100">
                <a:moveTo>
                  <a:pt x="274319" y="545591"/>
                </a:moveTo>
                <a:lnTo>
                  <a:pt x="225175" y="541203"/>
                </a:lnTo>
                <a:lnTo>
                  <a:pt x="178853" y="528549"/>
                </a:lnTo>
                <a:lnTo>
                  <a:pt x="136143" y="508395"/>
                </a:lnTo>
                <a:lnTo>
                  <a:pt x="97837" y="481504"/>
                </a:lnTo>
                <a:lnTo>
                  <a:pt x="64722" y="448643"/>
                </a:lnTo>
                <a:lnTo>
                  <a:pt x="37591" y="410576"/>
                </a:lnTo>
                <a:lnTo>
                  <a:pt x="17234" y="368070"/>
                </a:lnTo>
                <a:lnTo>
                  <a:pt x="4440" y="321888"/>
                </a:lnTo>
                <a:lnTo>
                  <a:pt x="0" y="272795"/>
                </a:lnTo>
                <a:lnTo>
                  <a:pt x="4440" y="223703"/>
                </a:lnTo>
                <a:lnTo>
                  <a:pt x="17234" y="177521"/>
                </a:lnTo>
                <a:lnTo>
                  <a:pt x="37591" y="135015"/>
                </a:lnTo>
                <a:lnTo>
                  <a:pt x="64722" y="96948"/>
                </a:lnTo>
                <a:lnTo>
                  <a:pt x="97837" y="64087"/>
                </a:lnTo>
                <a:lnTo>
                  <a:pt x="136143" y="37196"/>
                </a:lnTo>
                <a:lnTo>
                  <a:pt x="178853" y="17042"/>
                </a:lnTo>
                <a:lnTo>
                  <a:pt x="225175" y="4388"/>
                </a:lnTo>
                <a:lnTo>
                  <a:pt x="274319" y="0"/>
                </a:lnTo>
                <a:lnTo>
                  <a:pt x="323010" y="4388"/>
                </a:lnTo>
                <a:lnTo>
                  <a:pt x="368979" y="17042"/>
                </a:lnTo>
                <a:lnTo>
                  <a:pt x="411423" y="37196"/>
                </a:lnTo>
                <a:lnTo>
                  <a:pt x="449540" y="64087"/>
                </a:lnTo>
                <a:lnTo>
                  <a:pt x="482526" y="96948"/>
                </a:lnTo>
                <a:lnTo>
                  <a:pt x="509580" y="135015"/>
                </a:lnTo>
                <a:lnTo>
                  <a:pt x="529898" y="177521"/>
                </a:lnTo>
                <a:lnTo>
                  <a:pt x="542677" y="223703"/>
                </a:lnTo>
                <a:lnTo>
                  <a:pt x="547115" y="272795"/>
                </a:lnTo>
                <a:lnTo>
                  <a:pt x="542677" y="321888"/>
                </a:lnTo>
                <a:lnTo>
                  <a:pt x="529898" y="368070"/>
                </a:lnTo>
                <a:lnTo>
                  <a:pt x="509580" y="410576"/>
                </a:lnTo>
                <a:lnTo>
                  <a:pt x="482526" y="448643"/>
                </a:lnTo>
                <a:lnTo>
                  <a:pt x="449540" y="481504"/>
                </a:lnTo>
                <a:lnTo>
                  <a:pt x="411423" y="508395"/>
                </a:lnTo>
                <a:lnTo>
                  <a:pt x="368979" y="528549"/>
                </a:lnTo>
                <a:lnTo>
                  <a:pt x="323010" y="541203"/>
                </a:lnTo>
                <a:lnTo>
                  <a:pt x="274319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5424" y="2645247"/>
            <a:ext cx="13906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4256" y="349453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091" y="3556551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256" y="2148839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0397" y="2212346"/>
            <a:ext cx="68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4256" y="3860291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5181" y="3923746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4256" y="3127248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5181" y="3190781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4256" y="4591811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44"/>
                </a:lnTo>
                <a:lnTo>
                  <a:pt x="57278" y="28968"/>
                </a:lnTo>
                <a:lnTo>
                  <a:pt x="26968" y="61557"/>
                </a:lnTo>
                <a:lnTo>
                  <a:pt x="7120" y="102998"/>
                </a:lnTo>
                <a:lnTo>
                  <a:pt x="0" y="150876"/>
                </a:lnTo>
                <a:lnTo>
                  <a:pt x="7120" y="198010"/>
                </a:lnTo>
                <a:lnTo>
                  <a:pt x="26968" y="238999"/>
                </a:lnTo>
                <a:lnTo>
                  <a:pt x="57278" y="271357"/>
                </a:lnTo>
                <a:lnTo>
                  <a:pt x="95780" y="292595"/>
                </a:lnTo>
                <a:lnTo>
                  <a:pt x="140208" y="300228"/>
                </a:lnTo>
                <a:lnTo>
                  <a:pt x="183891" y="292595"/>
                </a:lnTo>
                <a:lnTo>
                  <a:pt x="221943" y="271357"/>
                </a:lnTo>
                <a:lnTo>
                  <a:pt x="252020" y="238999"/>
                </a:lnTo>
                <a:lnTo>
                  <a:pt x="271784" y="198010"/>
                </a:lnTo>
                <a:lnTo>
                  <a:pt x="278892" y="150876"/>
                </a:lnTo>
                <a:lnTo>
                  <a:pt x="271784" y="102998"/>
                </a:lnTo>
                <a:lnTo>
                  <a:pt x="252020" y="61557"/>
                </a:lnTo>
                <a:lnTo>
                  <a:pt x="221943" y="28968"/>
                </a:lnTo>
                <a:lnTo>
                  <a:pt x="183891" y="7644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6727" y="4655284"/>
            <a:ext cx="965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4256" y="422605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3636" y="4289515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4256" y="4959096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3636" y="5022599"/>
            <a:ext cx="1003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4256" y="5326379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3636" y="5389913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173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spc="-15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today’s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20" dirty="0"/>
              <a:t> </a:t>
            </a:r>
            <a:r>
              <a:rPr dirty="0"/>
              <a:t>era,</a:t>
            </a:r>
            <a:r>
              <a:rPr spc="-5" dirty="0"/>
              <a:t> </a:t>
            </a:r>
            <a:r>
              <a:rPr spc="-10" dirty="0"/>
              <a:t>e-</a:t>
            </a:r>
            <a:r>
              <a:rPr dirty="0"/>
              <a:t>commerce</a:t>
            </a:r>
            <a:r>
              <a:rPr spc="-50" dirty="0"/>
              <a:t> </a:t>
            </a:r>
            <a:r>
              <a:rPr dirty="0"/>
              <a:t>platforms</a:t>
            </a:r>
            <a:r>
              <a:rPr spc="-25" dirty="0"/>
              <a:t> </a:t>
            </a:r>
            <a:r>
              <a:rPr dirty="0"/>
              <a:t>play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crucial</a:t>
            </a:r>
            <a:r>
              <a:rPr spc="-15" dirty="0"/>
              <a:t> </a:t>
            </a:r>
            <a:r>
              <a:rPr dirty="0"/>
              <a:t>role</a:t>
            </a:r>
            <a:r>
              <a:rPr spc="-3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online</a:t>
            </a:r>
            <a:r>
              <a:rPr spc="-30" dirty="0"/>
              <a:t> </a:t>
            </a:r>
            <a:r>
              <a:rPr dirty="0"/>
              <a:t>retail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digital </a:t>
            </a:r>
            <a:r>
              <a:rPr dirty="0"/>
              <a:t>marketplaces.</a:t>
            </a:r>
            <a:r>
              <a:rPr spc="-10" dirty="0"/>
              <a:t> </a:t>
            </a:r>
            <a:r>
              <a:rPr spc="-25" dirty="0"/>
              <a:t>However,</a:t>
            </a:r>
            <a:r>
              <a:rPr spc="-40" dirty="0"/>
              <a:t> </a:t>
            </a:r>
            <a:r>
              <a:rPr dirty="0"/>
              <a:t>many</a:t>
            </a:r>
            <a:r>
              <a:rPr spc="5" dirty="0"/>
              <a:t> </a:t>
            </a:r>
            <a:r>
              <a:rPr spc="-10" dirty="0"/>
              <a:t>small-</a:t>
            </a:r>
            <a:r>
              <a:rPr dirty="0"/>
              <a:t>scale</a:t>
            </a:r>
            <a:r>
              <a:rPr spc="-3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spc="-10" dirty="0"/>
              <a:t>beginner-</a:t>
            </a:r>
            <a:r>
              <a:rPr dirty="0"/>
              <a:t>level</a:t>
            </a:r>
            <a:r>
              <a:rPr spc="-5" dirty="0"/>
              <a:t> </a:t>
            </a:r>
            <a:r>
              <a:rPr dirty="0"/>
              <a:t>web</a:t>
            </a:r>
            <a:r>
              <a:rPr spc="-15" dirty="0"/>
              <a:t> </a:t>
            </a:r>
            <a:r>
              <a:rPr dirty="0"/>
              <a:t>applications</a:t>
            </a:r>
            <a:r>
              <a:rPr spc="-20" dirty="0"/>
              <a:t> </a:t>
            </a:r>
            <a:r>
              <a:rPr dirty="0"/>
              <a:t>lack</a:t>
            </a:r>
            <a:r>
              <a:rPr spc="-15" dirty="0"/>
              <a:t> </a:t>
            </a:r>
            <a:r>
              <a:rPr spc="-10" dirty="0"/>
              <a:t>proper </a:t>
            </a:r>
            <a:r>
              <a:rPr dirty="0"/>
              <a:t>state</a:t>
            </a:r>
            <a:r>
              <a:rPr spc="-25" dirty="0"/>
              <a:t> </a:t>
            </a:r>
            <a:r>
              <a:rPr dirty="0"/>
              <a:t>management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persistent</a:t>
            </a:r>
            <a:r>
              <a:rPr spc="-50" dirty="0"/>
              <a:t> </a:t>
            </a:r>
            <a:r>
              <a:rPr dirty="0"/>
              <a:t>cart</a:t>
            </a:r>
            <a:r>
              <a:rPr spc="-55" dirty="0"/>
              <a:t> </a:t>
            </a:r>
            <a:r>
              <a:rPr spc="-10" dirty="0"/>
              <a:t>functionality.</a:t>
            </a:r>
            <a:r>
              <a:rPr spc="-2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traditional</a:t>
            </a:r>
            <a:r>
              <a:rPr spc="-10" dirty="0"/>
              <a:t> </a:t>
            </a:r>
            <a:r>
              <a:rPr dirty="0"/>
              <a:t>static</a:t>
            </a:r>
            <a:r>
              <a:rPr spc="-30" dirty="0"/>
              <a:t> </a:t>
            </a:r>
            <a:r>
              <a:rPr dirty="0"/>
              <a:t>web</a:t>
            </a:r>
            <a:r>
              <a:rPr spc="-30" dirty="0"/>
              <a:t> </a:t>
            </a:r>
            <a:r>
              <a:rPr spc="-10" dirty="0"/>
              <a:t>applications, </a:t>
            </a:r>
            <a:r>
              <a:rPr dirty="0"/>
              <a:t>when</a:t>
            </a:r>
            <a:r>
              <a:rPr spc="-5" dirty="0"/>
              <a:t> </a:t>
            </a:r>
            <a:r>
              <a:rPr dirty="0"/>
              <a:t>users</a:t>
            </a:r>
            <a:r>
              <a:rPr spc="-50" dirty="0"/>
              <a:t> </a:t>
            </a:r>
            <a:r>
              <a:rPr dirty="0"/>
              <a:t>add</a:t>
            </a:r>
            <a:r>
              <a:rPr spc="-5" dirty="0"/>
              <a:t> </a:t>
            </a:r>
            <a:r>
              <a:rPr dirty="0"/>
              <a:t>products</a:t>
            </a:r>
            <a:r>
              <a:rPr spc="-1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their</a:t>
            </a:r>
            <a:r>
              <a:rPr spc="-10" dirty="0"/>
              <a:t> </a:t>
            </a:r>
            <a:r>
              <a:rPr dirty="0"/>
              <a:t>cart</a:t>
            </a:r>
            <a:r>
              <a:rPr spc="-1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refresh</a:t>
            </a:r>
            <a:r>
              <a:rPr spc="-4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page</a:t>
            </a:r>
            <a:r>
              <a:rPr spc="-1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close</a:t>
            </a:r>
            <a:r>
              <a:rPr spc="-4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25" dirty="0"/>
              <a:t>browser,</a:t>
            </a:r>
            <a:r>
              <a:rPr spc="-4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cart </a:t>
            </a:r>
            <a:r>
              <a:rPr dirty="0"/>
              <a:t>data</a:t>
            </a:r>
            <a:r>
              <a:rPr spc="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lost.</a:t>
            </a:r>
            <a:r>
              <a:rPr spc="-35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dirty="0"/>
              <a:t>results</a:t>
            </a:r>
            <a:r>
              <a:rPr spc="-1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poor</a:t>
            </a:r>
            <a:r>
              <a:rPr spc="-40" dirty="0"/>
              <a:t> </a:t>
            </a:r>
            <a:r>
              <a:rPr dirty="0"/>
              <a:t>user</a:t>
            </a:r>
            <a:r>
              <a:rPr spc="-30" dirty="0"/>
              <a:t> </a:t>
            </a:r>
            <a:r>
              <a:rPr dirty="0"/>
              <a:t>experience</a:t>
            </a:r>
            <a:r>
              <a:rPr spc="-4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reduces</a:t>
            </a:r>
            <a:r>
              <a:rPr spc="-15" dirty="0"/>
              <a:t> </a:t>
            </a:r>
            <a:r>
              <a:rPr dirty="0"/>
              <a:t>customer</a:t>
            </a:r>
            <a:r>
              <a:rPr spc="-45" dirty="0"/>
              <a:t> </a:t>
            </a:r>
            <a:r>
              <a:rPr spc="-10" dirty="0"/>
              <a:t>satisfaction.</a:t>
            </a:r>
          </a:p>
          <a:p>
            <a:pPr marL="12700" marR="257810">
              <a:lnSpc>
                <a:spcPct val="100600"/>
              </a:lnSpc>
            </a:pPr>
            <a:r>
              <a:rPr spc="-10" dirty="0"/>
              <a:t>Additionally,</a:t>
            </a:r>
            <a:r>
              <a:rPr spc="-25" dirty="0"/>
              <a:t> </a:t>
            </a:r>
            <a:r>
              <a:rPr dirty="0"/>
              <a:t>many</a:t>
            </a:r>
            <a:r>
              <a:rPr spc="-10" dirty="0"/>
              <a:t> </a:t>
            </a:r>
            <a:r>
              <a:rPr dirty="0"/>
              <a:t>simple</a:t>
            </a:r>
            <a:r>
              <a:rPr spc="-20" dirty="0"/>
              <a:t> </a:t>
            </a:r>
            <a:r>
              <a:rPr dirty="0"/>
              <a:t>e-commerce</a:t>
            </a:r>
            <a:r>
              <a:rPr spc="-15" dirty="0"/>
              <a:t> </a:t>
            </a:r>
            <a:r>
              <a:rPr spc="-10" dirty="0"/>
              <a:t>interfaces</a:t>
            </a:r>
            <a:r>
              <a:rPr spc="-25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not</a:t>
            </a:r>
            <a:r>
              <a:rPr spc="-10" dirty="0"/>
              <a:t> </a:t>
            </a:r>
            <a:r>
              <a:rPr dirty="0"/>
              <a:t>implement</a:t>
            </a:r>
            <a:r>
              <a:rPr spc="-15" dirty="0"/>
              <a:t> </a:t>
            </a:r>
            <a:r>
              <a:rPr dirty="0"/>
              <a:t>modular</a:t>
            </a:r>
            <a:r>
              <a:rPr spc="-5" dirty="0"/>
              <a:t> </a:t>
            </a:r>
            <a:r>
              <a:rPr spc="-10" dirty="0"/>
              <a:t>frontend </a:t>
            </a:r>
            <a:r>
              <a:rPr dirty="0"/>
              <a:t>architecture,</a:t>
            </a:r>
            <a:r>
              <a:rPr spc="-10" dirty="0"/>
              <a:t> </a:t>
            </a:r>
            <a:r>
              <a:rPr dirty="0"/>
              <a:t>dynamic</a:t>
            </a:r>
            <a:r>
              <a:rPr spc="-20" dirty="0"/>
              <a:t> </a:t>
            </a:r>
            <a:r>
              <a:rPr dirty="0"/>
              <a:t>product</a:t>
            </a:r>
            <a:r>
              <a:rPr spc="-30" dirty="0"/>
              <a:t> </a:t>
            </a:r>
            <a:r>
              <a:rPr dirty="0"/>
              <a:t>rendering,</a:t>
            </a:r>
            <a:r>
              <a:rPr spc="-20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cart</a:t>
            </a:r>
            <a:r>
              <a:rPr spc="-30" dirty="0"/>
              <a:t> </a:t>
            </a:r>
            <a:r>
              <a:rPr dirty="0"/>
              <a:t>updates.</a:t>
            </a:r>
            <a:r>
              <a:rPr spc="-25" dirty="0"/>
              <a:t> </a:t>
            </a:r>
            <a:r>
              <a:rPr dirty="0"/>
              <a:t>Without</a:t>
            </a:r>
            <a:r>
              <a:rPr spc="-15" dirty="0"/>
              <a:t> </a:t>
            </a:r>
            <a:r>
              <a:rPr spc="-10" dirty="0"/>
              <a:t>proper storage</a:t>
            </a:r>
            <a:r>
              <a:rPr spc="-40" dirty="0"/>
              <a:t> </a:t>
            </a:r>
            <a:r>
              <a:rPr dirty="0"/>
              <a:t>mechanisms,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system</a:t>
            </a:r>
            <a:r>
              <a:rPr spc="-45" dirty="0"/>
              <a:t> </a:t>
            </a:r>
            <a:r>
              <a:rPr dirty="0"/>
              <a:t>fails</a:t>
            </a:r>
            <a:r>
              <a:rPr spc="-2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maintain user</a:t>
            </a:r>
            <a:r>
              <a:rPr spc="-40" dirty="0"/>
              <a:t> </a:t>
            </a:r>
            <a:r>
              <a:rPr dirty="0"/>
              <a:t>session</a:t>
            </a:r>
            <a:r>
              <a:rPr spc="-65" dirty="0"/>
              <a:t> </a:t>
            </a:r>
            <a:r>
              <a:rPr dirty="0"/>
              <a:t>data,</a:t>
            </a:r>
            <a:r>
              <a:rPr spc="-10" dirty="0"/>
              <a:t> </a:t>
            </a:r>
            <a:r>
              <a:rPr dirty="0"/>
              <a:t>selected</a:t>
            </a:r>
            <a:r>
              <a:rPr spc="-50" dirty="0"/>
              <a:t> </a:t>
            </a:r>
            <a:r>
              <a:rPr spc="-10" dirty="0"/>
              <a:t>products,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cart</a:t>
            </a:r>
            <a:r>
              <a:rPr spc="-10" dirty="0"/>
              <a:t> </a:t>
            </a:r>
            <a:r>
              <a:rPr dirty="0"/>
              <a:t>totals</a:t>
            </a:r>
            <a:r>
              <a:rPr spc="-35" dirty="0"/>
              <a:t> </a:t>
            </a:r>
            <a:r>
              <a:rPr spc="-10" dirty="0"/>
              <a:t>efficiently.</a:t>
            </a:r>
            <a:r>
              <a:rPr spc="-50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leads</a:t>
            </a:r>
            <a:r>
              <a:rPr spc="-2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inconsistency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cart</a:t>
            </a:r>
            <a:r>
              <a:rPr spc="-10" dirty="0"/>
              <a:t> </a:t>
            </a:r>
            <a:r>
              <a:rPr dirty="0"/>
              <a:t>behavior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makes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system</a:t>
            </a:r>
            <a:r>
              <a:rPr spc="-50" dirty="0"/>
              <a:t> </a:t>
            </a:r>
            <a:r>
              <a:rPr dirty="0"/>
              <a:t>unreliable</a:t>
            </a:r>
            <a:r>
              <a:rPr spc="-4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40" dirty="0"/>
              <a:t> </a:t>
            </a:r>
            <a:r>
              <a:rPr spc="-20" dirty="0"/>
              <a:t>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44" y="2881883"/>
            <a:ext cx="547370" cy="546100"/>
          </a:xfrm>
          <a:custGeom>
            <a:avLst/>
            <a:gdLst/>
            <a:ahLst/>
            <a:cxnLst/>
            <a:rect l="l" t="t" r="r" b="b"/>
            <a:pathLst>
              <a:path w="547369" h="546100">
                <a:moveTo>
                  <a:pt x="274319" y="545591"/>
                </a:moveTo>
                <a:lnTo>
                  <a:pt x="225175" y="541203"/>
                </a:lnTo>
                <a:lnTo>
                  <a:pt x="178853" y="528549"/>
                </a:lnTo>
                <a:lnTo>
                  <a:pt x="136143" y="508395"/>
                </a:lnTo>
                <a:lnTo>
                  <a:pt x="97837" y="481504"/>
                </a:lnTo>
                <a:lnTo>
                  <a:pt x="64722" y="448643"/>
                </a:lnTo>
                <a:lnTo>
                  <a:pt x="37591" y="410576"/>
                </a:lnTo>
                <a:lnTo>
                  <a:pt x="17234" y="368070"/>
                </a:lnTo>
                <a:lnTo>
                  <a:pt x="4440" y="321888"/>
                </a:lnTo>
                <a:lnTo>
                  <a:pt x="0" y="272795"/>
                </a:lnTo>
                <a:lnTo>
                  <a:pt x="4440" y="223703"/>
                </a:lnTo>
                <a:lnTo>
                  <a:pt x="17234" y="177521"/>
                </a:lnTo>
                <a:lnTo>
                  <a:pt x="37591" y="135015"/>
                </a:lnTo>
                <a:lnTo>
                  <a:pt x="64722" y="96948"/>
                </a:lnTo>
                <a:lnTo>
                  <a:pt x="97837" y="64087"/>
                </a:lnTo>
                <a:lnTo>
                  <a:pt x="136143" y="37196"/>
                </a:lnTo>
                <a:lnTo>
                  <a:pt x="178853" y="17042"/>
                </a:lnTo>
                <a:lnTo>
                  <a:pt x="225175" y="4388"/>
                </a:lnTo>
                <a:lnTo>
                  <a:pt x="274319" y="0"/>
                </a:lnTo>
                <a:lnTo>
                  <a:pt x="323010" y="4388"/>
                </a:lnTo>
                <a:lnTo>
                  <a:pt x="368979" y="17042"/>
                </a:lnTo>
                <a:lnTo>
                  <a:pt x="411423" y="37196"/>
                </a:lnTo>
                <a:lnTo>
                  <a:pt x="449540" y="64087"/>
                </a:lnTo>
                <a:lnTo>
                  <a:pt x="482526" y="96948"/>
                </a:lnTo>
                <a:lnTo>
                  <a:pt x="509580" y="135015"/>
                </a:lnTo>
                <a:lnTo>
                  <a:pt x="529898" y="177521"/>
                </a:lnTo>
                <a:lnTo>
                  <a:pt x="542677" y="223703"/>
                </a:lnTo>
                <a:lnTo>
                  <a:pt x="547115" y="272795"/>
                </a:lnTo>
                <a:lnTo>
                  <a:pt x="542677" y="321888"/>
                </a:lnTo>
                <a:lnTo>
                  <a:pt x="529898" y="368070"/>
                </a:lnTo>
                <a:lnTo>
                  <a:pt x="509580" y="410576"/>
                </a:lnTo>
                <a:lnTo>
                  <a:pt x="482526" y="448643"/>
                </a:lnTo>
                <a:lnTo>
                  <a:pt x="449540" y="481504"/>
                </a:lnTo>
                <a:lnTo>
                  <a:pt x="411423" y="508395"/>
                </a:lnTo>
                <a:lnTo>
                  <a:pt x="368979" y="528549"/>
                </a:lnTo>
                <a:lnTo>
                  <a:pt x="323010" y="541203"/>
                </a:lnTo>
                <a:lnTo>
                  <a:pt x="274319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4256" y="349453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091" y="3556551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912" y="2994989"/>
            <a:ext cx="6083300" cy="5949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50" spc="6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1450">
              <a:latin typeface="Tahoma"/>
              <a:cs typeface="Tahoma"/>
            </a:endParaRPr>
          </a:p>
          <a:p>
            <a:pPr marL="588645">
              <a:lnSpc>
                <a:spcPct val="100000"/>
              </a:lnSpc>
              <a:spcBef>
                <a:spcPts val="220"/>
              </a:spcBef>
            </a:pPr>
            <a:r>
              <a:rPr sz="1950" spc="-20" dirty="0">
                <a:latin typeface="Arial MT"/>
                <a:cs typeface="Arial MT"/>
              </a:rPr>
              <a:t>2.To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dynamically</a:t>
            </a:r>
            <a:r>
              <a:rPr sz="1950" spc="1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render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products</a:t>
            </a:r>
            <a:r>
              <a:rPr sz="1950" spc="1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categories.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4256" y="2148839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0397" y="2212346"/>
            <a:ext cx="68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256" y="3860291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5181" y="3923746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4256" y="2514600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5181" y="2578115"/>
            <a:ext cx="97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4256" y="4591811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44"/>
                </a:lnTo>
                <a:lnTo>
                  <a:pt x="57278" y="28968"/>
                </a:lnTo>
                <a:lnTo>
                  <a:pt x="26968" y="61557"/>
                </a:lnTo>
                <a:lnTo>
                  <a:pt x="7120" y="102998"/>
                </a:lnTo>
                <a:lnTo>
                  <a:pt x="0" y="150876"/>
                </a:lnTo>
                <a:lnTo>
                  <a:pt x="7120" y="198010"/>
                </a:lnTo>
                <a:lnTo>
                  <a:pt x="26968" y="238999"/>
                </a:lnTo>
                <a:lnTo>
                  <a:pt x="57278" y="271357"/>
                </a:lnTo>
                <a:lnTo>
                  <a:pt x="95780" y="292595"/>
                </a:lnTo>
                <a:lnTo>
                  <a:pt x="140208" y="300228"/>
                </a:lnTo>
                <a:lnTo>
                  <a:pt x="183891" y="292595"/>
                </a:lnTo>
                <a:lnTo>
                  <a:pt x="221943" y="271357"/>
                </a:lnTo>
                <a:lnTo>
                  <a:pt x="252020" y="238999"/>
                </a:lnTo>
                <a:lnTo>
                  <a:pt x="271784" y="198010"/>
                </a:lnTo>
                <a:lnTo>
                  <a:pt x="278892" y="150876"/>
                </a:lnTo>
                <a:lnTo>
                  <a:pt x="271784" y="102998"/>
                </a:lnTo>
                <a:lnTo>
                  <a:pt x="252020" y="61557"/>
                </a:lnTo>
                <a:lnTo>
                  <a:pt x="221943" y="28968"/>
                </a:lnTo>
                <a:lnTo>
                  <a:pt x="183891" y="7644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6727" y="4655284"/>
            <a:ext cx="965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4256" y="422605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3636" y="4289515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4256" y="4959096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3636" y="5022599"/>
            <a:ext cx="1003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4256" y="5326379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3636" y="5389913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608" rIns="0" bIns="0" rtlCol="0">
            <a:spAutoFit/>
          </a:bodyPr>
          <a:lstStyle/>
          <a:p>
            <a:pPr marL="2217420">
              <a:lnSpc>
                <a:spcPct val="100000"/>
              </a:lnSpc>
              <a:spcBef>
                <a:spcPts val="90"/>
              </a:spcBef>
            </a:pPr>
            <a:r>
              <a:rPr b="0" spc="-10" dirty="0">
                <a:latin typeface="Calibri"/>
                <a:cs typeface="Calibri"/>
              </a:rPr>
              <a:t>OBJECTIVES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2955"/>
            <a:ext cx="527303" cy="1417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169941" y="2357126"/>
            <a:ext cx="7068184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-20" dirty="0">
                <a:latin typeface="Arial MT"/>
                <a:cs typeface="Arial MT"/>
              </a:rPr>
              <a:t>1.To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implement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cart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functionality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with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LocalStorage-based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state persistence.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9941" y="3865879"/>
            <a:ext cx="7239634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20" dirty="0">
                <a:latin typeface="Arial MT"/>
                <a:cs typeface="Arial MT"/>
              </a:rPr>
              <a:t>3.To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provide</a:t>
            </a:r>
            <a:r>
              <a:rPr sz="1950" spc="2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smooth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user</a:t>
            </a:r>
            <a:r>
              <a:rPr sz="1950" spc="2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experience</a:t>
            </a:r>
            <a:r>
              <a:rPr sz="1950" spc="2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with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real-time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cart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updates.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69941" y="4469355"/>
            <a:ext cx="7279640" cy="629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sz="1950" spc="-20" dirty="0">
                <a:latin typeface="Arial MT"/>
                <a:cs typeface="Arial MT"/>
              </a:rPr>
              <a:t>4.To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design</a:t>
            </a:r>
            <a:r>
              <a:rPr sz="1950" spc="2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develop</a:t>
            </a:r>
            <a:r>
              <a:rPr sz="1950" spc="1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responsive e-commerce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web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interface </a:t>
            </a:r>
            <a:r>
              <a:rPr sz="1950" dirty="0">
                <a:latin typeface="Arial MT"/>
                <a:cs typeface="Arial MT"/>
              </a:rPr>
              <a:t>using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HTML,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CSS,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JavaScript,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Node.js.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44" y="2881883"/>
            <a:ext cx="547370" cy="546100"/>
          </a:xfrm>
          <a:custGeom>
            <a:avLst/>
            <a:gdLst/>
            <a:ahLst/>
            <a:cxnLst/>
            <a:rect l="l" t="t" r="r" b="b"/>
            <a:pathLst>
              <a:path w="547369" h="546100">
                <a:moveTo>
                  <a:pt x="274319" y="545591"/>
                </a:moveTo>
                <a:lnTo>
                  <a:pt x="225175" y="541203"/>
                </a:lnTo>
                <a:lnTo>
                  <a:pt x="178853" y="528549"/>
                </a:lnTo>
                <a:lnTo>
                  <a:pt x="136143" y="508395"/>
                </a:lnTo>
                <a:lnTo>
                  <a:pt x="97837" y="481504"/>
                </a:lnTo>
                <a:lnTo>
                  <a:pt x="64722" y="448643"/>
                </a:lnTo>
                <a:lnTo>
                  <a:pt x="37591" y="410576"/>
                </a:lnTo>
                <a:lnTo>
                  <a:pt x="17234" y="368070"/>
                </a:lnTo>
                <a:lnTo>
                  <a:pt x="4440" y="321888"/>
                </a:lnTo>
                <a:lnTo>
                  <a:pt x="0" y="272795"/>
                </a:lnTo>
                <a:lnTo>
                  <a:pt x="4440" y="223703"/>
                </a:lnTo>
                <a:lnTo>
                  <a:pt x="17234" y="177521"/>
                </a:lnTo>
                <a:lnTo>
                  <a:pt x="37591" y="135015"/>
                </a:lnTo>
                <a:lnTo>
                  <a:pt x="64722" y="96948"/>
                </a:lnTo>
                <a:lnTo>
                  <a:pt x="97837" y="64087"/>
                </a:lnTo>
                <a:lnTo>
                  <a:pt x="136143" y="37196"/>
                </a:lnTo>
                <a:lnTo>
                  <a:pt x="178853" y="17042"/>
                </a:lnTo>
                <a:lnTo>
                  <a:pt x="225175" y="4388"/>
                </a:lnTo>
                <a:lnTo>
                  <a:pt x="274319" y="0"/>
                </a:lnTo>
                <a:lnTo>
                  <a:pt x="323010" y="4388"/>
                </a:lnTo>
                <a:lnTo>
                  <a:pt x="368979" y="17042"/>
                </a:lnTo>
                <a:lnTo>
                  <a:pt x="411423" y="37196"/>
                </a:lnTo>
                <a:lnTo>
                  <a:pt x="449540" y="64087"/>
                </a:lnTo>
                <a:lnTo>
                  <a:pt x="482526" y="96948"/>
                </a:lnTo>
                <a:lnTo>
                  <a:pt x="509580" y="135015"/>
                </a:lnTo>
                <a:lnTo>
                  <a:pt x="529898" y="177521"/>
                </a:lnTo>
                <a:lnTo>
                  <a:pt x="542677" y="223703"/>
                </a:lnTo>
                <a:lnTo>
                  <a:pt x="547115" y="272795"/>
                </a:lnTo>
                <a:lnTo>
                  <a:pt x="542677" y="321888"/>
                </a:lnTo>
                <a:lnTo>
                  <a:pt x="529898" y="368070"/>
                </a:lnTo>
                <a:lnTo>
                  <a:pt x="509580" y="410576"/>
                </a:lnTo>
                <a:lnTo>
                  <a:pt x="482526" y="448643"/>
                </a:lnTo>
                <a:lnTo>
                  <a:pt x="449540" y="481504"/>
                </a:lnTo>
                <a:lnTo>
                  <a:pt x="411423" y="508395"/>
                </a:lnTo>
                <a:lnTo>
                  <a:pt x="368979" y="528549"/>
                </a:lnTo>
                <a:lnTo>
                  <a:pt x="323010" y="541203"/>
                </a:lnTo>
                <a:lnTo>
                  <a:pt x="274319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3912" y="3012427"/>
            <a:ext cx="14160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6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256" y="349453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091" y="3556551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4256" y="2148839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0397" y="2212346"/>
            <a:ext cx="68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256" y="3860291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5181" y="3923746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4256" y="2514600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5181" y="2578115"/>
            <a:ext cx="97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4256" y="4591811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44"/>
                </a:lnTo>
                <a:lnTo>
                  <a:pt x="57278" y="28968"/>
                </a:lnTo>
                <a:lnTo>
                  <a:pt x="26968" y="61557"/>
                </a:lnTo>
                <a:lnTo>
                  <a:pt x="7120" y="102998"/>
                </a:lnTo>
                <a:lnTo>
                  <a:pt x="0" y="150876"/>
                </a:lnTo>
                <a:lnTo>
                  <a:pt x="7120" y="198010"/>
                </a:lnTo>
                <a:lnTo>
                  <a:pt x="26968" y="238999"/>
                </a:lnTo>
                <a:lnTo>
                  <a:pt x="57278" y="271357"/>
                </a:lnTo>
                <a:lnTo>
                  <a:pt x="95780" y="292595"/>
                </a:lnTo>
                <a:lnTo>
                  <a:pt x="140208" y="300228"/>
                </a:lnTo>
                <a:lnTo>
                  <a:pt x="183891" y="292595"/>
                </a:lnTo>
                <a:lnTo>
                  <a:pt x="221943" y="271357"/>
                </a:lnTo>
                <a:lnTo>
                  <a:pt x="252020" y="238999"/>
                </a:lnTo>
                <a:lnTo>
                  <a:pt x="271784" y="198010"/>
                </a:lnTo>
                <a:lnTo>
                  <a:pt x="278892" y="150876"/>
                </a:lnTo>
                <a:lnTo>
                  <a:pt x="271784" y="102998"/>
                </a:lnTo>
                <a:lnTo>
                  <a:pt x="252020" y="61557"/>
                </a:lnTo>
                <a:lnTo>
                  <a:pt x="221943" y="28968"/>
                </a:lnTo>
                <a:lnTo>
                  <a:pt x="183891" y="7644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6727" y="4655284"/>
            <a:ext cx="965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4256" y="422605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3636" y="4289515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4256" y="4959096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3636" y="5022599"/>
            <a:ext cx="1003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4256" y="5326379"/>
            <a:ext cx="279400" cy="300355"/>
          </a:xfrm>
          <a:custGeom>
            <a:avLst/>
            <a:gdLst/>
            <a:ahLst/>
            <a:cxnLst/>
            <a:rect l="l" t="t" r="r" b="b"/>
            <a:pathLst>
              <a:path w="279400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3891" y="292583"/>
                </a:lnTo>
                <a:lnTo>
                  <a:pt x="221943" y="271259"/>
                </a:lnTo>
                <a:lnTo>
                  <a:pt x="252020" y="238670"/>
                </a:lnTo>
                <a:lnTo>
                  <a:pt x="271784" y="197229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3636" y="5389913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666" rIns="0" bIns="0" rtlCol="0">
            <a:spAutoFit/>
          </a:bodyPr>
          <a:lstStyle/>
          <a:p>
            <a:pPr marL="1341120">
              <a:lnSpc>
                <a:spcPct val="100000"/>
              </a:lnSpc>
              <a:spcBef>
                <a:spcPts val="90"/>
              </a:spcBef>
            </a:pPr>
            <a:r>
              <a:rPr b="0" spc="-10" dirty="0">
                <a:latin typeface="Calibri"/>
                <a:cs typeface="Calibri"/>
              </a:rPr>
              <a:t>PROPOSED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2955"/>
            <a:ext cx="527303" cy="1417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24606" y="2279431"/>
            <a:ext cx="7583805" cy="3042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734" marR="304165" indent="-40767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2100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proposed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responsive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e-</a:t>
            </a:r>
            <a:r>
              <a:rPr sz="2200" dirty="0">
                <a:latin typeface="Arial MT"/>
                <a:cs typeface="Arial MT"/>
              </a:rPr>
              <a:t>commerce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web 	</a:t>
            </a:r>
            <a:r>
              <a:rPr sz="2200" spc="-10" dirty="0">
                <a:latin typeface="Arial MT"/>
                <a:cs typeface="Arial MT"/>
              </a:rPr>
              <a:t>application.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allows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users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browse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categories.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Users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add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remove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cart.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Cart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stored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browser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LocalStorage.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cart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remains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persistent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even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after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page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refresh.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Node.js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server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serve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application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files.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reduces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cart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loss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issues.</a:t>
            </a:r>
            <a:endParaRPr sz="2200">
              <a:latin typeface="Arial MT"/>
              <a:cs typeface="Arial MT"/>
            </a:endParaRPr>
          </a:p>
          <a:p>
            <a:pPr marL="419734" indent="-407034">
              <a:lnSpc>
                <a:spcPct val="100000"/>
              </a:lnSpc>
              <a:buAutoNum type="arabicPeriod"/>
              <a:tabLst>
                <a:tab pos="419734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improves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experience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interface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responsiveness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44" y="3619500"/>
            <a:ext cx="547370" cy="546100"/>
          </a:xfrm>
          <a:custGeom>
            <a:avLst/>
            <a:gdLst/>
            <a:ahLst/>
            <a:cxnLst/>
            <a:rect l="l" t="t" r="r" b="b"/>
            <a:pathLst>
              <a:path w="547369" h="546100">
                <a:moveTo>
                  <a:pt x="274319" y="545591"/>
                </a:moveTo>
                <a:lnTo>
                  <a:pt x="225175" y="541203"/>
                </a:lnTo>
                <a:lnTo>
                  <a:pt x="178853" y="528549"/>
                </a:lnTo>
                <a:lnTo>
                  <a:pt x="136143" y="508395"/>
                </a:lnTo>
                <a:lnTo>
                  <a:pt x="97837" y="481504"/>
                </a:lnTo>
                <a:lnTo>
                  <a:pt x="64722" y="448643"/>
                </a:lnTo>
                <a:lnTo>
                  <a:pt x="37591" y="410576"/>
                </a:lnTo>
                <a:lnTo>
                  <a:pt x="17234" y="368070"/>
                </a:lnTo>
                <a:lnTo>
                  <a:pt x="4440" y="321888"/>
                </a:lnTo>
                <a:lnTo>
                  <a:pt x="0" y="272795"/>
                </a:lnTo>
                <a:lnTo>
                  <a:pt x="4440" y="223703"/>
                </a:lnTo>
                <a:lnTo>
                  <a:pt x="17234" y="177521"/>
                </a:lnTo>
                <a:lnTo>
                  <a:pt x="37591" y="135015"/>
                </a:lnTo>
                <a:lnTo>
                  <a:pt x="64722" y="96948"/>
                </a:lnTo>
                <a:lnTo>
                  <a:pt x="97837" y="64087"/>
                </a:lnTo>
                <a:lnTo>
                  <a:pt x="136143" y="37196"/>
                </a:lnTo>
                <a:lnTo>
                  <a:pt x="178853" y="17042"/>
                </a:lnTo>
                <a:lnTo>
                  <a:pt x="225175" y="4388"/>
                </a:lnTo>
                <a:lnTo>
                  <a:pt x="274319" y="0"/>
                </a:lnTo>
                <a:lnTo>
                  <a:pt x="323010" y="4388"/>
                </a:lnTo>
                <a:lnTo>
                  <a:pt x="368979" y="17042"/>
                </a:lnTo>
                <a:lnTo>
                  <a:pt x="411423" y="37196"/>
                </a:lnTo>
                <a:lnTo>
                  <a:pt x="449540" y="64087"/>
                </a:lnTo>
                <a:lnTo>
                  <a:pt x="482526" y="96948"/>
                </a:lnTo>
                <a:lnTo>
                  <a:pt x="509580" y="135015"/>
                </a:lnTo>
                <a:lnTo>
                  <a:pt x="529898" y="177521"/>
                </a:lnTo>
                <a:lnTo>
                  <a:pt x="542677" y="223703"/>
                </a:lnTo>
                <a:lnTo>
                  <a:pt x="547115" y="272795"/>
                </a:lnTo>
                <a:lnTo>
                  <a:pt x="542677" y="321888"/>
                </a:lnTo>
                <a:lnTo>
                  <a:pt x="529898" y="368070"/>
                </a:lnTo>
                <a:lnTo>
                  <a:pt x="509580" y="410576"/>
                </a:lnTo>
                <a:lnTo>
                  <a:pt x="482526" y="448643"/>
                </a:lnTo>
                <a:lnTo>
                  <a:pt x="449540" y="481504"/>
                </a:lnTo>
                <a:lnTo>
                  <a:pt x="411423" y="508395"/>
                </a:lnTo>
                <a:lnTo>
                  <a:pt x="368979" y="528549"/>
                </a:lnTo>
                <a:lnTo>
                  <a:pt x="323010" y="541203"/>
                </a:lnTo>
                <a:lnTo>
                  <a:pt x="274319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3912" y="3748489"/>
            <a:ext cx="14160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6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256" y="2884932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4256" y="2151888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256" y="3252215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4256" y="2517648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2091" y="2213891"/>
            <a:ext cx="105410" cy="1268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9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4256" y="4594859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256" y="4229100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4256" y="4957571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4256" y="5324855"/>
            <a:ext cx="279400" cy="299085"/>
          </a:xfrm>
          <a:custGeom>
            <a:avLst/>
            <a:gdLst/>
            <a:ahLst/>
            <a:cxnLst/>
            <a:rect l="l" t="t" r="r" b="b"/>
            <a:pathLst>
              <a:path w="279400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3891" y="291071"/>
                </a:lnTo>
                <a:lnTo>
                  <a:pt x="221943" y="269833"/>
                </a:lnTo>
                <a:lnTo>
                  <a:pt x="252020" y="237475"/>
                </a:lnTo>
                <a:lnTo>
                  <a:pt x="271784" y="196486"/>
                </a:lnTo>
                <a:lnTo>
                  <a:pt x="278892" y="149352"/>
                </a:lnTo>
                <a:lnTo>
                  <a:pt x="271784" y="102217"/>
                </a:lnTo>
                <a:lnTo>
                  <a:pt x="252020" y="61228"/>
                </a:lnTo>
                <a:lnTo>
                  <a:pt x="221943" y="28870"/>
                </a:lnTo>
                <a:lnTo>
                  <a:pt x="183891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3636" y="4292606"/>
            <a:ext cx="102870" cy="12623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3076" y="1057655"/>
            <a:ext cx="3735323" cy="894587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PROPOSED</a:t>
            </a:r>
            <a:r>
              <a:rPr spc="-95" dirty="0"/>
              <a:t> </a:t>
            </a:r>
            <a:r>
              <a:rPr spc="-25" dirty="0"/>
              <a:t>SYSTEM</a:t>
            </a:r>
            <a:r>
              <a:rPr spc="-17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2001012"/>
            <a:ext cx="7376160" cy="4107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3983735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007" y="4114346"/>
            <a:ext cx="14795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20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7971" y="4591811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44"/>
                </a:lnTo>
                <a:lnTo>
                  <a:pt x="57278" y="28968"/>
                </a:lnTo>
                <a:lnTo>
                  <a:pt x="26968" y="61557"/>
                </a:lnTo>
                <a:lnTo>
                  <a:pt x="7120" y="102998"/>
                </a:lnTo>
                <a:lnTo>
                  <a:pt x="0" y="150876"/>
                </a:lnTo>
                <a:lnTo>
                  <a:pt x="7120" y="198010"/>
                </a:lnTo>
                <a:lnTo>
                  <a:pt x="26968" y="238999"/>
                </a:lnTo>
                <a:lnTo>
                  <a:pt x="57278" y="271357"/>
                </a:lnTo>
                <a:lnTo>
                  <a:pt x="95780" y="292595"/>
                </a:lnTo>
                <a:lnTo>
                  <a:pt x="140208" y="300228"/>
                </a:lnTo>
                <a:lnTo>
                  <a:pt x="184635" y="292595"/>
                </a:lnTo>
                <a:lnTo>
                  <a:pt x="223137" y="271357"/>
                </a:lnTo>
                <a:lnTo>
                  <a:pt x="253447" y="238999"/>
                </a:lnTo>
                <a:lnTo>
                  <a:pt x="273295" y="198010"/>
                </a:lnTo>
                <a:lnTo>
                  <a:pt x="280416" y="150876"/>
                </a:lnTo>
                <a:lnTo>
                  <a:pt x="273295" y="102998"/>
                </a:lnTo>
                <a:lnTo>
                  <a:pt x="253447" y="61557"/>
                </a:lnTo>
                <a:lnTo>
                  <a:pt x="223137" y="28968"/>
                </a:lnTo>
                <a:lnTo>
                  <a:pt x="184635" y="7644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880" y="2212346"/>
            <a:ext cx="105410" cy="1635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9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7971" y="4959096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425" y="4655284"/>
            <a:ext cx="10287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2955"/>
            <a:ext cx="527303" cy="14173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193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WORKFLOW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6000" y="1960880"/>
            <a:ext cx="147828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Dataflow</a:t>
            </a:r>
            <a:r>
              <a:rPr sz="1500" spc="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diagram: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839" y="2295144"/>
            <a:ext cx="8046720" cy="3331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4344923"/>
            <a:ext cx="546100" cy="547370"/>
          </a:xfrm>
          <a:custGeom>
            <a:avLst/>
            <a:gdLst/>
            <a:ahLst/>
            <a:cxnLst/>
            <a:rect l="l" t="t" r="r" b="b"/>
            <a:pathLst>
              <a:path w="546100" h="547370">
                <a:moveTo>
                  <a:pt x="272795" y="547115"/>
                </a:moveTo>
                <a:lnTo>
                  <a:pt x="223703" y="542677"/>
                </a:lnTo>
                <a:lnTo>
                  <a:pt x="177521" y="529898"/>
                </a:lnTo>
                <a:lnTo>
                  <a:pt x="135015" y="509580"/>
                </a:lnTo>
                <a:lnTo>
                  <a:pt x="96948" y="482526"/>
                </a:lnTo>
                <a:lnTo>
                  <a:pt x="64087" y="449540"/>
                </a:lnTo>
                <a:lnTo>
                  <a:pt x="37196" y="411423"/>
                </a:lnTo>
                <a:lnTo>
                  <a:pt x="17042" y="368979"/>
                </a:lnTo>
                <a:lnTo>
                  <a:pt x="4388" y="323010"/>
                </a:lnTo>
                <a:lnTo>
                  <a:pt x="0" y="274319"/>
                </a:lnTo>
                <a:lnTo>
                  <a:pt x="4388" y="225175"/>
                </a:lnTo>
                <a:lnTo>
                  <a:pt x="17042" y="178853"/>
                </a:lnTo>
                <a:lnTo>
                  <a:pt x="37196" y="136143"/>
                </a:lnTo>
                <a:lnTo>
                  <a:pt x="64087" y="97837"/>
                </a:lnTo>
                <a:lnTo>
                  <a:pt x="96948" y="64722"/>
                </a:lnTo>
                <a:lnTo>
                  <a:pt x="135015" y="37591"/>
                </a:lnTo>
                <a:lnTo>
                  <a:pt x="177521" y="17234"/>
                </a:lnTo>
                <a:lnTo>
                  <a:pt x="223703" y="4440"/>
                </a:lnTo>
                <a:lnTo>
                  <a:pt x="272795" y="0"/>
                </a:lnTo>
                <a:lnTo>
                  <a:pt x="321888" y="4440"/>
                </a:lnTo>
                <a:lnTo>
                  <a:pt x="368070" y="17234"/>
                </a:lnTo>
                <a:lnTo>
                  <a:pt x="410576" y="37591"/>
                </a:lnTo>
                <a:lnTo>
                  <a:pt x="448643" y="64722"/>
                </a:lnTo>
                <a:lnTo>
                  <a:pt x="481504" y="97837"/>
                </a:lnTo>
                <a:lnTo>
                  <a:pt x="508395" y="136143"/>
                </a:lnTo>
                <a:lnTo>
                  <a:pt x="528549" y="178853"/>
                </a:lnTo>
                <a:lnTo>
                  <a:pt x="541203" y="225175"/>
                </a:lnTo>
                <a:lnTo>
                  <a:pt x="545591" y="274319"/>
                </a:lnTo>
                <a:lnTo>
                  <a:pt x="541203" y="323010"/>
                </a:lnTo>
                <a:lnTo>
                  <a:pt x="528549" y="368979"/>
                </a:lnTo>
                <a:lnTo>
                  <a:pt x="508395" y="411423"/>
                </a:lnTo>
                <a:lnTo>
                  <a:pt x="481504" y="449540"/>
                </a:lnTo>
                <a:lnTo>
                  <a:pt x="448643" y="482526"/>
                </a:lnTo>
                <a:lnTo>
                  <a:pt x="410576" y="509580"/>
                </a:lnTo>
                <a:lnTo>
                  <a:pt x="368070" y="529898"/>
                </a:lnTo>
                <a:lnTo>
                  <a:pt x="321888" y="542677"/>
                </a:lnTo>
                <a:lnTo>
                  <a:pt x="272795" y="547115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52" y="2945429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4186" y="2212346"/>
            <a:ext cx="68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5880" y="3312625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8852" y="2578115"/>
            <a:ext cx="97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7425" y="4047254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8852" y="3679940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7971" y="4959096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7425" y="5022599"/>
            <a:ext cx="1003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542" y="4307840"/>
            <a:ext cx="2281555" cy="728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5320">
              <a:lnSpc>
                <a:spcPts val="1560"/>
              </a:lnSpc>
              <a:spcBef>
                <a:spcPts val="135"/>
              </a:spcBef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Tools: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500"/>
              </a:lnSpc>
            </a:pPr>
            <a:r>
              <a:rPr sz="1450" spc="4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1450">
              <a:latin typeface="Tahoma"/>
              <a:cs typeface="Tahoma"/>
            </a:endParaRPr>
          </a:p>
          <a:p>
            <a:pPr marL="655320">
              <a:lnSpc>
                <a:spcPct val="100000"/>
              </a:lnSpc>
              <a:spcBef>
                <a:spcPts val="635"/>
              </a:spcBef>
            </a:pPr>
            <a:r>
              <a:rPr sz="1500" dirty="0">
                <a:latin typeface="Calibri"/>
                <a:cs typeface="Calibri"/>
              </a:rPr>
              <a:t>1.Visual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Studio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Code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425" y="5389913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2955"/>
            <a:ext cx="527303" cy="141732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078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TECHNOLOGIES</a:t>
            </a:r>
            <a:r>
              <a:rPr spc="-12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3744" y="1960880"/>
            <a:ext cx="80327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Frontend: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3744" y="2430272"/>
            <a:ext cx="943610" cy="728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020" indent="-147955">
              <a:lnSpc>
                <a:spcPct val="100000"/>
              </a:lnSpc>
              <a:spcBef>
                <a:spcPts val="135"/>
              </a:spcBef>
              <a:buSzPct val="93333"/>
              <a:buAutoNum type="arabicPeriod"/>
              <a:tabLst>
                <a:tab pos="160020" algn="l"/>
              </a:tabLst>
            </a:pPr>
            <a:r>
              <a:rPr sz="1500" spc="-10" dirty="0">
                <a:latin typeface="Calibri"/>
                <a:cs typeface="Calibri"/>
              </a:rPr>
              <a:t>HTML5</a:t>
            </a:r>
            <a:endParaRPr sz="1500">
              <a:latin typeface="Calibri"/>
              <a:cs typeface="Calibri"/>
            </a:endParaRPr>
          </a:p>
          <a:p>
            <a:pPr marL="156210" indent="-147955">
              <a:lnSpc>
                <a:spcPct val="100000"/>
              </a:lnSpc>
              <a:spcBef>
                <a:spcPts val="50"/>
              </a:spcBef>
              <a:buSzPct val="93333"/>
              <a:buAutoNum type="arabicPeriod"/>
              <a:tabLst>
                <a:tab pos="156210" algn="l"/>
              </a:tabLst>
            </a:pPr>
            <a:r>
              <a:rPr sz="1500" spc="-20" dirty="0">
                <a:latin typeface="Calibri"/>
                <a:cs typeface="Calibri"/>
              </a:rPr>
              <a:t>CSS3</a:t>
            </a:r>
            <a:endParaRPr sz="15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45"/>
              </a:spcBef>
              <a:buSzPct val="93333"/>
              <a:buAutoNum type="arabicPeriod"/>
              <a:tabLst>
                <a:tab pos="161925" algn="l"/>
              </a:tabLst>
            </a:pPr>
            <a:r>
              <a:rPr sz="1500" spc="-10" dirty="0">
                <a:latin typeface="Calibri"/>
                <a:cs typeface="Calibri"/>
              </a:rPr>
              <a:t>Javascript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3744" y="3369055"/>
            <a:ext cx="7429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Backend: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3744" y="3838448"/>
            <a:ext cx="77470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" dirty="0">
                <a:latin typeface="Calibri"/>
                <a:cs typeface="Calibri"/>
              </a:rPr>
              <a:t>1.Node.js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3744" y="5246624"/>
            <a:ext cx="194183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Software</a:t>
            </a:r>
            <a:r>
              <a:rPr sz="1500" spc="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Requirements</a:t>
            </a:r>
            <a:r>
              <a:rPr sz="1500" spc="-1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3744" y="5716015"/>
            <a:ext cx="1409065" cy="494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50" indent="-142875">
              <a:lnSpc>
                <a:spcPct val="100000"/>
              </a:lnSpc>
              <a:spcBef>
                <a:spcPts val="135"/>
              </a:spcBef>
              <a:buSzPct val="90000"/>
              <a:buAutoNum type="arabicPeriod"/>
              <a:tabLst>
                <a:tab pos="146050" algn="l"/>
              </a:tabLst>
            </a:pPr>
            <a:r>
              <a:rPr sz="1500" dirty="0">
                <a:latin typeface="Calibri"/>
                <a:cs typeface="Calibri"/>
              </a:rPr>
              <a:t>Windows</a:t>
            </a:r>
            <a:r>
              <a:rPr sz="1500" spc="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Mac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50"/>
              </a:spcBef>
              <a:buSzPct val="90000"/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Web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Browser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471830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7519" y="4847384"/>
            <a:ext cx="14478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95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8852" y="2945429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4186" y="2212346"/>
            <a:ext cx="68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880" y="3312625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8852" y="2578115"/>
            <a:ext cx="97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425" y="4047254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8852" y="3679940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7971" y="435102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0397" y="4414568"/>
            <a:ext cx="965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425" y="5389913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8611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99185">
              <a:lnSpc>
                <a:spcPct val="100000"/>
              </a:lnSpc>
              <a:spcBef>
                <a:spcPts val="90"/>
              </a:spcBef>
            </a:pPr>
            <a:r>
              <a:rPr dirty="0"/>
              <a:t>MODULE</a:t>
            </a:r>
            <a:r>
              <a:rPr spc="-14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88211" y="2221483"/>
            <a:ext cx="27190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latin typeface="Calibri"/>
                <a:cs typeface="Calibri"/>
              </a:rPr>
              <a:t>Module</a:t>
            </a:r>
            <a:r>
              <a:rPr sz="1500" b="1" spc="9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1:</a:t>
            </a:r>
            <a:r>
              <a:rPr sz="1500" b="1" spc="7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Product</a:t>
            </a:r>
            <a:r>
              <a:rPr sz="1500" b="1" spc="9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Management: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8211" y="2456180"/>
            <a:ext cx="2819400" cy="494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Display</a:t>
            </a:r>
            <a:r>
              <a:rPr sz="1500" spc="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Products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Dynamically.</a:t>
            </a:r>
            <a:endParaRPr sz="15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Organizes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Products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Category.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8211" y="3160268"/>
            <a:ext cx="24225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latin typeface="Calibri"/>
                <a:cs typeface="Calibri"/>
              </a:rPr>
              <a:t>Module</a:t>
            </a:r>
            <a:r>
              <a:rPr sz="1500" b="1" spc="7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2:</a:t>
            </a:r>
            <a:r>
              <a:rPr sz="1500" b="1" spc="6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Cart</a:t>
            </a:r>
            <a:r>
              <a:rPr sz="1500" b="1" spc="7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Management: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8211" y="3394964"/>
            <a:ext cx="1752600" cy="963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Add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To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Cart</a:t>
            </a:r>
            <a:endParaRPr sz="15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Remove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Cart</a:t>
            </a:r>
            <a:endParaRPr sz="15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Update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Quantity</a:t>
            </a:r>
            <a:endParaRPr sz="15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Calculate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Total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8211" y="4568444"/>
            <a:ext cx="300926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latin typeface="Calibri"/>
                <a:cs typeface="Calibri"/>
              </a:rPr>
              <a:t>Module</a:t>
            </a:r>
            <a:r>
              <a:rPr sz="1500" b="1" spc="6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3:</a:t>
            </a:r>
            <a:r>
              <a:rPr sz="1500" b="1" spc="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State</a:t>
            </a:r>
            <a:r>
              <a:rPr sz="1500" b="1" spc="8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Persistence</a:t>
            </a:r>
            <a:r>
              <a:rPr sz="1500" b="1" spc="8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Module: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8211" y="4803140"/>
            <a:ext cx="2657475" cy="494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Stores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LocalStorage</a:t>
            </a:r>
            <a:endParaRPr sz="15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Retrieves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After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Referesh.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8211" y="5507228"/>
            <a:ext cx="2940685" cy="494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latin typeface="Calibri"/>
                <a:cs typeface="Calibri"/>
              </a:rPr>
              <a:t>Module</a:t>
            </a:r>
            <a:r>
              <a:rPr sz="1500" b="1" spc="9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4:</a:t>
            </a:r>
            <a:r>
              <a:rPr sz="1500" b="1" spc="7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Server</a:t>
            </a:r>
            <a:r>
              <a:rPr sz="1500" b="1" spc="9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Module:</a:t>
            </a:r>
            <a:endParaRPr sz="15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63525" algn="l"/>
              </a:tabLst>
            </a:pPr>
            <a:r>
              <a:rPr sz="1500" dirty="0">
                <a:latin typeface="Calibri"/>
                <a:cs typeface="Calibri"/>
              </a:rPr>
              <a:t>Node.js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server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host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application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471830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971" y="435102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3603" y="2212346"/>
            <a:ext cx="131445" cy="3345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35"/>
              </a:spcBef>
            </a:pPr>
            <a:r>
              <a:rPr sz="9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26034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29209">
              <a:lnSpc>
                <a:spcPct val="100000"/>
              </a:lnSpc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00" b="1" spc="-50" dirty="0">
                <a:solidFill>
                  <a:srgbClr val="001F60"/>
                </a:solidFill>
                <a:latin typeface="Tahoma"/>
                <a:cs typeface="Tahoma"/>
              </a:rPr>
              <a:t>8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300">
              <a:latin typeface="Tahoma"/>
              <a:cs typeface="Tahoma"/>
            </a:endParaRPr>
          </a:p>
          <a:p>
            <a:pPr marL="26034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01495" y="1057655"/>
            <a:ext cx="8757285" cy="5659120"/>
            <a:chOff x="1301495" y="1057655"/>
            <a:chExt cx="8757285" cy="56591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0264" y="1057655"/>
              <a:ext cx="1088135" cy="565861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495" y="2185416"/>
              <a:ext cx="7647432" cy="350672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"/>
              </a:spcBef>
            </a:pPr>
            <a:r>
              <a:rPr spc="-45" dirty="0"/>
              <a:t>IMPLEMENTATION</a:t>
            </a:r>
            <a:r>
              <a:rPr spc="-5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95475" y="1787143"/>
            <a:ext cx="97726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Home</a:t>
            </a:r>
            <a:r>
              <a:rPr sz="1500" spc="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Page: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471830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971" y="435102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3455" y="2212346"/>
            <a:ext cx="412115" cy="3345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300" b="1" spc="-20" dirty="0">
                <a:solidFill>
                  <a:srgbClr val="001F60"/>
                </a:solidFill>
                <a:latin typeface="Tahoma"/>
                <a:cs typeface="Tahoma"/>
              </a:rPr>
              <a:t>8(A)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861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"/>
              </a:spcBef>
            </a:pPr>
            <a:r>
              <a:rPr spc="-45" dirty="0"/>
              <a:t>IMPLEMENTATION</a:t>
            </a:r>
            <a:r>
              <a:rPr spc="-5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53744" y="1960880"/>
            <a:ext cx="95186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Main</a:t>
            </a:r>
            <a:r>
              <a:rPr sz="1500" spc="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Page</a:t>
            </a:r>
            <a:r>
              <a:rPr sz="1500" spc="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0033CC"/>
                </a:solidFill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0055" y="2267711"/>
            <a:ext cx="7053071" cy="33787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471830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971" y="435102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7982" y="2212346"/>
            <a:ext cx="401955" cy="3345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300" b="1" spc="-20" dirty="0">
                <a:solidFill>
                  <a:srgbClr val="001F60"/>
                </a:solidFill>
                <a:latin typeface="Tahoma"/>
                <a:cs typeface="Tahoma"/>
              </a:rPr>
              <a:t>8(B)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861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"/>
              </a:spcBef>
            </a:pPr>
            <a:r>
              <a:rPr spc="-45" dirty="0"/>
              <a:t>IMPLEMENTATION</a:t>
            </a:r>
            <a:r>
              <a:rPr spc="-5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3332" y="2246375"/>
            <a:ext cx="7370064" cy="34457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471830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971" y="435102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7971" y="5326379"/>
            <a:ext cx="280670" cy="300355"/>
          </a:xfrm>
          <a:custGeom>
            <a:avLst/>
            <a:gdLst/>
            <a:ahLst/>
            <a:cxnLst/>
            <a:rect l="l" t="t" r="r" b="b"/>
            <a:pathLst>
              <a:path w="280669" h="300354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7229"/>
                </a:lnTo>
                <a:lnTo>
                  <a:pt x="26968" y="238670"/>
                </a:lnTo>
                <a:lnTo>
                  <a:pt x="57278" y="271259"/>
                </a:lnTo>
                <a:lnTo>
                  <a:pt x="95780" y="292583"/>
                </a:lnTo>
                <a:lnTo>
                  <a:pt x="140208" y="300228"/>
                </a:lnTo>
                <a:lnTo>
                  <a:pt x="184635" y="292583"/>
                </a:lnTo>
                <a:lnTo>
                  <a:pt x="223137" y="271259"/>
                </a:lnTo>
                <a:lnTo>
                  <a:pt x="253447" y="238670"/>
                </a:lnTo>
                <a:lnTo>
                  <a:pt x="273295" y="197229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1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4964" y="2212346"/>
            <a:ext cx="407034" cy="3345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300" b="1" spc="-20" dirty="0">
                <a:solidFill>
                  <a:srgbClr val="001F60"/>
                </a:solidFill>
                <a:latin typeface="Tahoma"/>
                <a:cs typeface="Tahoma"/>
              </a:rPr>
              <a:t>8(C)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861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"/>
              </a:spcBef>
            </a:pPr>
            <a:r>
              <a:rPr spc="-45" dirty="0"/>
              <a:t>IMPLEMENTATION</a:t>
            </a:r>
            <a:r>
              <a:rPr spc="-5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4311" y="2200655"/>
            <a:ext cx="6591300" cy="34503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3" y="5085588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272795" y="545591"/>
                </a:moveTo>
                <a:lnTo>
                  <a:pt x="223703" y="541203"/>
                </a:lnTo>
                <a:lnTo>
                  <a:pt x="177521" y="528549"/>
                </a:lnTo>
                <a:lnTo>
                  <a:pt x="135015" y="508395"/>
                </a:lnTo>
                <a:lnTo>
                  <a:pt x="96948" y="481504"/>
                </a:lnTo>
                <a:lnTo>
                  <a:pt x="64087" y="448643"/>
                </a:lnTo>
                <a:lnTo>
                  <a:pt x="37196" y="410576"/>
                </a:lnTo>
                <a:lnTo>
                  <a:pt x="17042" y="368070"/>
                </a:lnTo>
                <a:lnTo>
                  <a:pt x="4388" y="321888"/>
                </a:lnTo>
                <a:lnTo>
                  <a:pt x="0" y="272795"/>
                </a:lnTo>
                <a:lnTo>
                  <a:pt x="4388" y="223703"/>
                </a:lnTo>
                <a:lnTo>
                  <a:pt x="17042" y="177521"/>
                </a:lnTo>
                <a:lnTo>
                  <a:pt x="37196" y="135015"/>
                </a:lnTo>
                <a:lnTo>
                  <a:pt x="64087" y="96948"/>
                </a:lnTo>
                <a:lnTo>
                  <a:pt x="96948" y="64087"/>
                </a:lnTo>
                <a:lnTo>
                  <a:pt x="135015" y="37196"/>
                </a:lnTo>
                <a:lnTo>
                  <a:pt x="177521" y="17042"/>
                </a:lnTo>
                <a:lnTo>
                  <a:pt x="223703" y="4388"/>
                </a:lnTo>
                <a:lnTo>
                  <a:pt x="272795" y="0"/>
                </a:lnTo>
                <a:lnTo>
                  <a:pt x="321888" y="4388"/>
                </a:lnTo>
                <a:lnTo>
                  <a:pt x="368070" y="17042"/>
                </a:lnTo>
                <a:lnTo>
                  <a:pt x="410576" y="37196"/>
                </a:lnTo>
                <a:lnTo>
                  <a:pt x="448643" y="64087"/>
                </a:lnTo>
                <a:lnTo>
                  <a:pt x="481504" y="96948"/>
                </a:lnTo>
                <a:lnTo>
                  <a:pt x="508395" y="135015"/>
                </a:lnTo>
                <a:lnTo>
                  <a:pt x="528549" y="177521"/>
                </a:lnTo>
                <a:lnTo>
                  <a:pt x="541203" y="223703"/>
                </a:lnTo>
                <a:lnTo>
                  <a:pt x="545591" y="272795"/>
                </a:lnTo>
                <a:lnTo>
                  <a:pt x="541203" y="321888"/>
                </a:lnTo>
                <a:lnTo>
                  <a:pt x="528549" y="368070"/>
                </a:lnTo>
                <a:lnTo>
                  <a:pt x="508395" y="410576"/>
                </a:lnTo>
                <a:lnTo>
                  <a:pt x="481504" y="448643"/>
                </a:lnTo>
                <a:lnTo>
                  <a:pt x="448643" y="481504"/>
                </a:lnTo>
                <a:lnTo>
                  <a:pt x="410576" y="508395"/>
                </a:lnTo>
                <a:lnTo>
                  <a:pt x="368070" y="528549"/>
                </a:lnTo>
                <a:lnTo>
                  <a:pt x="321888" y="541203"/>
                </a:lnTo>
                <a:lnTo>
                  <a:pt x="272795" y="545591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007" y="5214565"/>
            <a:ext cx="14795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20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971" y="288188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8852" y="2945429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971" y="2148839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4186" y="2212346"/>
            <a:ext cx="68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7971" y="3249167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880" y="3312625"/>
            <a:ext cx="1054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8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7971" y="251460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8852" y="2578115"/>
            <a:ext cx="97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7971" y="3983735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425" y="4047254"/>
            <a:ext cx="1028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7971" y="3616452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8852" y="3679940"/>
            <a:ext cx="984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7971" y="4351020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0397" y="4414568"/>
            <a:ext cx="965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971" y="4718303"/>
            <a:ext cx="280670" cy="299085"/>
          </a:xfrm>
          <a:custGeom>
            <a:avLst/>
            <a:gdLst/>
            <a:ahLst/>
            <a:cxnLst/>
            <a:rect l="l" t="t" r="r" b="b"/>
            <a:pathLst>
              <a:path w="280669" h="299085">
                <a:moveTo>
                  <a:pt x="140208" y="0"/>
                </a:moveTo>
                <a:lnTo>
                  <a:pt x="95780" y="7632"/>
                </a:lnTo>
                <a:lnTo>
                  <a:pt x="57278" y="28870"/>
                </a:lnTo>
                <a:lnTo>
                  <a:pt x="26968" y="61228"/>
                </a:lnTo>
                <a:lnTo>
                  <a:pt x="7120" y="102217"/>
                </a:lnTo>
                <a:lnTo>
                  <a:pt x="0" y="149352"/>
                </a:lnTo>
                <a:lnTo>
                  <a:pt x="7120" y="196486"/>
                </a:lnTo>
                <a:lnTo>
                  <a:pt x="26968" y="237475"/>
                </a:lnTo>
                <a:lnTo>
                  <a:pt x="57278" y="269833"/>
                </a:lnTo>
                <a:lnTo>
                  <a:pt x="95780" y="291071"/>
                </a:lnTo>
                <a:lnTo>
                  <a:pt x="140208" y="298704"/>
                </a:lnTo>
                <a:lnTo>
                  <a:pt x="184635" y="291071"/>
                </a:lnTo>
                <a:lnTo>
                  <a:pt x="223137" y="269833"/>
                </a:lnTo>
                <a:lnTo>
                  <a:pt x="253447" y="237475"/>
                </a:lnTo>
                <a:lnTo>
                  <a:pt x="273295" y="196486"/>
                </a:lnTo>
                <a:lnTo>
                  <a:pt x="280416" y="149352"/>
                </a:lnTo>
                <a:lnTo>
                  <a:pt x="273295" y="102217"/>
                </a:lnTo>
                <a:lnTo>
                  <a:pt x="253447" y="61228"/>
                </a:lnTo>
                <a:lnTo>
                  <a:pt x="223137" y="28870"/>
                </a:lnTo>
                <a:lnTo>
                  <a:pt x="184635" y="7632"/>
                </a:lnTo>
                <a:lnTo>
                  <a:pt x="140208" y="0"/>
                </a:lnTo>
              </a:path>
            </a:pathLst>
          </a:custGeom>
          <a:ln w="4572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425" y="4780338"/>
            <a:ext cx="1003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4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8611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ADVANTAGES</a:t>
            </a:r>
            <a:r>
              <a:rPr spc="-7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-30" dirty="0"/>
              <a:t>LIMITATIONS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3744" y="2195575"/>
            <a:ext cx="102171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Advantages: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3744" y="2664968"/>
            <a:ext cx="3129915" cy="963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4470" indent="-19177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State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Persistence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LocalStorage.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Responsive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UI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design.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Faster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cart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operations.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Lightweight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application.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3744" y="3838448"/>
            <a:ext cx="97663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Limitations: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3744" y="4307840"/>
            <a:ext cx="3825875" cy="963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95275" algn="l"/>
              </a:tabLst>
            </a:pPr>
            <a:r>
              <a:rPr sz="1500" dirty="0">
                <a:latin typeface="Calibri"/>
                <a:cs typeface="Calibri"/>
              </a:rPr>
              <a:t>No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integration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(in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current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version).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LocalStorage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cleared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manually.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No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payment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gateway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integration.</a:t>
            </a:r>
            <a:endParaRPr sz="1500">
              <a:latin typeface="Calibri"/>
              <a:cs typeface="Calibri"/>
            </a:endParaRPr>
          </a:p>
          <a:p>
            <a:pPr marL="204470" indent="-19177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204470" algn="l"/>
              </a:tabLst>
            </a:pPr>
            <a:r>
              <a:rPr sz="1500" dirty="0">
                <a:latin typeface="Calibri"/>
                <a:cs typeface="Calibri"/>
              </a:rPr>
              <a:t>Security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limited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client-side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validation.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0071" y="3263560"/>
            <a:ext cx="4083685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100" b="0" i="1" spc="39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6100" b="0" i="1" spc="5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6100" b="0" i="1" spc="55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6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748</Words>
  <Application>Microsoft Office PowerPoint</Application>
  <PresentationFormat>Custom</PresentationFormat>
  <Paragraphs>251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FSAD-REVIEW 1.pptx</dc:title>
  <dc:creator>Naveen Naidu</dc:creator>
  <cp:lastModifiedBy>Rakesh Kumar Kuruba</cp:lastModifiedBy>
  <cp:revision>2</cp:revision>
  <dcterms:created xsi:type="dcterms:W3CDTF">2026-03-23T02:38:50Z</dcterms:created>
  <dcterms:modified xsi:type="dcterms:W3CDTF">2026-03-23T03:49:41Z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LastSaved">
    <vt:filetime>2026-03-23T00:00:00Z</vt:filetime>
  </property>
  <property fmtid="{D5CDD505-2E9C-101B-9397-08002B2CF9AE}" pid="4" name="Producer">
    <vt:lpwstr>Microsoft: Print To PDF</vt:lpwstr>
  </property>
</Properties>
</file>