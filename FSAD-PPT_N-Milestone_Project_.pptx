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60" r:id="rId6"/>
    <p:sldId id="261" r:id="rId7"/>
    <p:sldId id="272" r:id="rId8"/>
    <p:sldId id="262" r:id="rId9"/>
    <p:sldId id="263" r:id="rId10"/>
    <p:sldId id="264" r:id="rId11"/>
    <p:sldId id="269" r:id="rId12"/>
    <p:sldId id="266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214963-61D1-4629-9081-540E5EF4D49E}" v="22" dt="2026-03-22T19:46:14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504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1"/>
          <p:cNvSpPr txBox="1"/>
          <p:nvPr/>
        </p:nvSpPr>
        <p:spPr>
          <a:xfrm>
            <a:off x="-8934997" y="-738931"/>
            <a:ext cx="8932970" cy="93194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23-03-2026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Inventory Control &amp; Stock Tracking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38200" y="8052519"/>
            <a:ext cx="946933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V YAMINI – VTU24457–23UECS0580 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1582400" y="7982686"/>
            <a:ext cx="7772399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 M MAGESHWARI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SDG: SDG 9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Industry, Innovation and Infrastructure</a:t>
            </a:r>
            <a:endParaRPr lang="en-IN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1" y="1638301"/>
            <a:ext cx="14859000" cy="7879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plays a vital role in businesses to maintain proper stock levels and avoid losses.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small and medium enterprises still rely on manual record-keeping methods.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systems often lead to stock mismanagement, data redundancy, and errors.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relational database-based system ensures structured and efficient data handling.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developing a web-based inventory control system.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tracks stock availability, product details, and transaction history.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data accuracy, real-time updates, and secure access.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organizations improve operational efficiency and decision-making.</a:t>
            </a:r>
          </a:p>
          <a:p>
            <a:pPr>
              <a:lnSpc>
                <a:spcPct val="150000"/>
              </a:lnSpc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057400" y="1116047"/>
            <a:ext cx="14935200" cy="7956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organizations manage inventory using spreadsheets or manual registers.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leads to duplicate records and inaccurate stock updates.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shortages or overstocking result in financial losses.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supplier and product relationships becomes difficult.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reports is time-consuming and error-prone.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centralized system for monitoring stock movement.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data consistency are not guaranteed.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a reliable relational inventory system is required.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18F53-36D0-3F5B-C774-53E0E6D63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B2979760-9C2B-69AE-D95A-63B831A8DF1A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3B53617-53FC-D816-49A7-4CF7DF4EDE5C}"/>
              </a:ext>
            </a:extLst>
          </p:cNvPr>
          <p:cNvGrpSpPr/>
          <p:nvPr/>
        </p:nvGrpSpPr>
        <p:grpSpPr>
          <a:xfrm>
            <a:off x="709357" y="2809578"/>
            <a:ext cx="890843" cy="830997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9B5F2B1-2688-5BD9-1CEE-9EDD37A1AB2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98536A1-5EF1-EFA3-AFC6-0FD60BEEE29E}"/>
                </a:ext>
              </a:extLst>
            </p:cNvPr>
            <p:cNvSpPr txBox="1"/>
            <p:nvPr/>
          </p:nvSpPr>
          <p:spPr>
            <a:xfrm>
              <a:off x="76200" y="109077"/>
              <a:ext cx="653376" cy="627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9B30923-EAA5-EEC5-10AD-D83128A173D7}"/>
              </a:ext>
            </a:extLst>
          </p:cNvPr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ED7EB38-D2E7-3D61-23CA-2B4FDBDD5D9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F681A7CD-A4DF-C60E-BF85-DE9ACE7BA67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39A75B1-00D5-783E-2231-EBFF338A98F3}"/>
              </a:ext>
            </a:extLst>
          </p:cNvPr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4D104A9-2005-815D-39AE-42A58F0757D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DDF02F3-CDB6-7EC5-326B-480E2E84726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C4DB64F-2E10-16F0-F01B-A3FAE01F5730}"/>
              </a:ext>
            </a:extLst>
          </p:cNvPr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BCD4A941-F992-4246-E688-4D758D50C31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C73B6DA-72D2-3528-3859-BC8CEAF83D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9A81D620-9430-B0E3-21DD-BDDBBED8292D}"/>
              </a:ext>
            </a:extLst>
          </p:cNvPr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6E25A5A4-8FC7-D034-5BE3-F8AB733475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5137BFB1-FBB7-F837-E178-C5DB3DC34D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9D2A9F0A-418B-949C-8B7B-209F19B90CD3}"/>
              </a:ext>
            </a:extLst>
          </p:cNvPr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0A7708A5-89B1-AE08-EF2C-53947E7340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7D42A275-080B-34EF-6CCC-0D78D7AFF84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BE54F26D-7AA3-8FB2-FC1F-A79B4E9EC6BA}"/>
              </a:ext>
            </a:extLst>
          </p:cNvPr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24EB3294-9112-0B44-A20A-EA1807F8CA3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ABCDC716-BD8B-FD66-61F9-EA2917DA07E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6A996E64-D958-31D4-F16C-A58562809912}"/>
              </a:ext>
            </a:extLst>
          </p:cNvPr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A93685BA-14D9-41FE-6D59-267EF8D6A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B5CB0001-EA23-124F-2122-88F03D1FAC1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9CBAD8B7-5F92-4A59-D40B-34EAE903E940}"/>
              </a:ext>
            </a:extLst>
          </p:cNvPr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9B10FCE2-F46B-9EE0-5B5B-4C12B39FB6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0B0665D9-66A3-8AE5-904E-2294DACE9E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D4C4631-69AD-5761-EB71-8B64589B7B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5143D2-ED67-288B-FA74-6ECEC11FEFDA}"/>
              </a:ext>
            </a:extLst>
          </p:cNvPr>
          <p:cNvSpPr txBox="1"/>
          <p:nvPr/>
        </p:nvSpPr>
        <p:spPr>
          <a:xfrm>
            <a:off x="2209800" y="1638299"/>
            <a:ext cx="15049499" cy="6624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relational database-driven inventory control system for efficient stock tracking.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real-time stock updates, reporting and secure user management.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/>
              <a:t>Implement </a:t>
            </a:r>
            <a:r>
              <a:rPr lang="en-US" sz="3600" b="1" dirty="0"/>
              <a:t>CRUD operations (Add, Update, Delete products)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/>
              <a:t>Provide </a:t>
            </a:r>
            <a:r>
              <a:rPr lang="en-US" sz="3600" b="1" dirty="0"/>
              <a:t>real-time database updates using MySQL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dirty="0"/>
              <a:t>Ensure </a:t>
            </a:r>
            <a:r>
              <a:rPr lang="en-IN" sz="3600" b="1" dirty="0"/>
              <a:t>secure login system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E3DC0E-80C5-688B-FA51-3C74B4A955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88" y="1638300"/>
            <a:ext cx="1447800" cy="772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65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-3048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562F27-69E7-A4CC-2028-E33383E34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4560" y="1200892"/>
            <a:ext cx="14401800" cy="754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3200" b="1" dirty="0"/>
              <a:t>UI:</a:t>
            </a:r>
            <a:r>
              <a:rPr lang="en-US" sz="3200" dirty="0"/>
              <a:t> Responsive </a:t>
            </a:r>
            <a:r>
              <a:rPr lang="en-US" sz="3200" b="1" dirty="0"/>
              <a:t>HTML &amp; CSS design with a sky-blue themed table interface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3200" b="1" dirty="0"/>
              <a:t>Database:</a:t>
            </a:r>
            <a:r>
              <a:rPr lang="en-US" sz="3200" dirty="0"/>
              <a:t> MySQL storing users and products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3200" b="1" dirty="0"/>
              <a:t>Authentication:</a:t>
            </a:r>
            <a:r>
              <a:rPr lang="en-US" sz="3200" dirty="0"/>
              <a:t> Secure login with session management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/>
              <a:t>Features:</a:t>
            </a: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Add, view, edit, and delete products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Real-time product search by name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Dashboard displaying inventory statistics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/>
              <a:t>Forms:</a:t>
            </a:r>
            <a:r>
              <a:rPr lang="en-US" sz="3200" dirty="0"/>
              <a:t> Modal-based product editing interface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3200" b="1" dirty="0"/>
              <a:t>Backend:</a:t>
            </a:r>
            <a:r>
              <a:rPr lang="en-US" sz="3200" dirty="0"/>
              <a:t> Node.js / Express server with REST APIs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3200" b="1" dirty="0"/>
              <a:t>Status:</a:t>
            </a:r>
            <a:r>
              <a:rPr lang="en-US" sz="3200" dirty="0"/>
              <a:t> Fully functional, production-ready system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F2C5AD2-4A15-7E2D-D875-C52E9D373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048" y="1272540"/>
            <a:ext cx="5765800" cy="8648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B00A5-39DA-7789-CD43-58B059CB9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8CECF56-D61A-74CE-881A-5CCCF4ECCD80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D68D2B0-3941-5E43-6E36-D8032519D5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81F40C6-EA7E-0E57-37FA-1EBB0C0406F8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55D54ED-7864-7544-36FF-B68A8BB42DAF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2280D55-AA16-3A8C-92E3-EEC9355B56F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CB7F034-0BBD-5622-62BE-69AB4CC22A4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E5D42DD-5978-37F6-0AEB-7DB70C33ECF8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5DC7C34-0562-5A52-3D86-F65A3732852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4B9C5FB-79BB-A284-9712-D3CE2AB5588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802367C-17B6-97ED-FC6D-D53D4328B0FC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6B3C9AE-50F2-2E66-32AE-C73F7B93E60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953DCF3-C217-0C37-5C5D-E46857642F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FC69C90-57BE-5B6B-5B52-F98087FB5A05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50BA52A-8537-7164-F2F0-C99FBBC00A7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0DE4464-5832-9EA3-325C-1058544C655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B7691F5-1238-E0C7-9717-8D43594181F6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A2D74B0-5F52-788D-FB57-F6DC4D50FC2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A2A28CB8-5C25-D119-B53E-92DD73780CD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0AA86915-1896-B47B-82E4-3676CB85E726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48549D7C-135D-B7F9-4D4C-67076FDD95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9BF93FE4-1797-6014-DE4D-28910122D45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FDAA4A6E-2BD5-90E2-2945-FE09105AE87E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030BDAD-4001-DA9C-E46E-3F6C30BF1D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0576C255-6967-0222-87FF-43FECEA2EF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2907258C-2CF0-76B5-A038-4FE550EEF89F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32B1429F-E6DA-F8C6-4B4D-8D9131116A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E8F359EE-4E81-DFBE-E548-91F87D66D60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A9786538-F45D-6184-F523-BFE85CE13B6D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80C607-A49A-D3B0-790E-72126BCDB1A5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CBFF26-6B2E-8245-6519-428DC6F6D636}"/>
              </a:ext>
            </a:extLst>
          </p:cNvPr>
          <p:cNvSpPr txBox="1"/>
          <p:nvPr/>
        </p:nvSpPr>
        <p:spPr>
          <a:xfrm>
            <a:off x="2209800" y="1638300"/>
            <a:ext cx="15082325" cy="7103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🔹 Input:</a:t>
            </a:r>
            <a:br>
              <a:rPr lang="en-US" sz="3200" dirty="0"/>
            </a:br>
            <a:r>
              <a:rPr lang="en-US" sz="3200" dirty="0"/>
              <a:t>The user enters login details to access the system. The user adds new product information or updates existing details. The user can also search for products using the search option.</a:t>
            </a:r>
          </a:p>
          <a:p>
            <a:r>
              <a:rPr lang="en-US" sz="3200" b="1" dirty="0"/>
              <a:t>🔹 Processing:</a:t>
            </a:r>
            <a:br>
              <a:rPr lang="en-US" sz="3200" dirty="0"/>
            </a:br>
            <a:r>
              <a:rPr lang="en-US" sz="3200" dirty="0"/>
              <a:t>The system checks and validates the entered data. It handles user login and verifies credentials. It performs add, update, delete, and search operations and processes user requests.</a:t>
            </a:r>
          </a:p>
          <a:p>
            <a:r>
              <a:rPr lang="en-US" sz="3200" b="1" dirty="0"/>
              <a:t>🔹 Database:</a:t>
            </a:r>
            <a:br>
              <a:rPr lang="en-US" sz="3200" dirty="0"/>
            </a:br>
            <a:r>
              <a:rPr lang="en-US" sz="3200" dirty="0"/>
              <a:t>The MySQL database stores user login details and product information. It updates the data whenever changes are made. It also retrieves data when requested by the system.</a:t>
            </a:r>
          </a:p>
          <a:p>
            <a:r>
              <a:rPr lang="en-US" sz="3200" b="1" dirty="0"/>
              <a:t>🔹 Output:</a:t>
            </a:r>
            <a:br>
              <a:rPr lang="en-US" sz="3200" dirty="0"/>
            </a:br>
            <a:r>
              <a:rPr lang="en-US" sz="3200" dirty="0"/>
              <a:t>The system displays the dashboard after login. It shows the product list in a table format. It also displays updated stock details and search results to the user.</a:t>
            </a:r>
          </a:p>
          <a:p>
            <a:pPr algn="just">
              <a:lnSpc>
                <a:spcPct val="150000"/>
              </a:lnSpc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992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C8CDBD-DE06-39AC-4521-090B49E3B6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86" t="-4342" r="23783" b="13016"/>
          <a:stretch>
            <a:fillRect/>
          </a:stretch>
        </p:blipFill>
        <p:spPr>
          <a:xfrm>
            <a:off x="5943600" y="622808"/>
            <a:ext cx="609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2534" y="1189072"/>
            <a:ext cx="15082325" cy="8325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3600" b="1" dirty="0"/>
              <a:t>Frontend:</a:t>
            </a:r>
            <a:r>
              <a:rPr lang="en-IN" sz="3600" dirty="0"/>
              <a:t> HTML, CSS, JavaScript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Java, </a:t>
            </a:r>
            <a:r>
              <a:rPr lang="en-IN" sz="3600" dirty="0"/>
              <a:t>Node.js (Express.js)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US" sz="3600" dirty="0"/>
              <a:t>Visual Studio Code, MySQL Workbench</a:t>
            </a:r>
          </a:p>
          <a:p>
            <a:pPr algn="just">
              <a:lnSpc>
                <a:spcPct val="150000"/>
              </a:lnSpc>
            </a:pPr>
            <a:r>
              <a:rPr lang="en-IN" sz="3600" b="1" dirty="0"/>
              <a:t>Environment:</a:t>
            </a:r>
            <a:r>
              <a:rPr lang="en-IN" sz="3600" dirty="0"/>
              <a:t> Node.js Runtime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 </a:t>
            </a:r>
            <a:r>
              <a:rPr lang="nl-NL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4GB RAM, JDK 17+, Web Browser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577104" y="1936792"/>
            <a:ext cx="14960870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Module 1: User Authentication</a:t>
            </a:r>
            <a:br>
              <a:rPr lang="en-US" sz="3200" dirty="0"/>
            </a:br>
            <a:r>
              <a:rPr lang="en-US" sz="3200" dirty="0"/>
              <a:t>Handles secure login by verifying username and password. It ensures that only authorized users can access the system and protects the application from unauthorized access.</a:t>
            </a:r>
          </a:p>
          <a:p>
            <a:r>
              <a:rPr lang="en-US" sz="3200" b="1" dirty="0"/>
              <a:t>Module 2: Dashboard Management</a:t>
            </a:r>
            <a:br>
              <a:rPr lang="en-US" sz="3200" dirty="0"/>
            </a:br>
            <a:r>
              <a:rPr lang="en-US" sz="3200" dirty="0"/>
              <a:t>Displays an overview of the inventory system. It shows important details like total number of products and stock status to help users understand the system quickly.</a:t>
            </a:r>
          </a:p>
          <a:p>
            <a:r>
              <a:rPr lang="en-US" sz="3200" b="1" dirty="0"/>
              <a:t>Module 3: Product Management</a:t>
            </a:r>
            <a:br>
              <a:rPr lang="en-US" sz="3200" dirty="0"/>
            </a:br>
            <a:r>
              <a:rPr lang="en-US" sz="3200" dirty="0"/>
              <a:t>Allows users to add new products, update existing product details, and delete products. It manages important fields like product name, price, and quantity.</a:t>
            </a:r>
          </a:p>
          <a:p>
            <a:r>
              <a:rPr lang="en-US" sz="3200" b="1" dirty="0"/>
              <a:t>Module 4: Search &amp; View Products</a:t>
            </a:r>
            <a:br>
              <a:rPr lang="en-US" sz="3200" dirty="0"/>
            </a:br>
            <a:r>
              <a:rPr lang="en-US" sz="3200" dirty="0"/>
              <a:t>Enables users to view all available products in a table format. It also provides a search feature to quickly find products by name.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17299" y="1072537"/>
            <a:ext cx="15108200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Loge Page:</a:t>
            </a:r>
            <a:br>
              <a:rPr lang="en-US" sz="2800" dirty="0"/>
            </a:br>
            <a:r>
              <a:rPr lang="en-US" sz="2800" dirty="0"/>
              <a:t>Secure authentication page for admin/user access.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b="1" dirty="0"/>
              <a:t>Dashboard Page:</a:t>
            </a:r>
            <a:br>
              <a:rPr lang="en-US" sz="2800" dirty="0"/>
            </a:b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66D061E3-8DE8-2249-E63E-3666AC32A0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C7063E1-CD05-0FC5-E848-B8FC3A0F00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FD9D6DC6-B379-043A-9381-E71740BADC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78760" y="622526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FF1D8B-B733-AB90-015C-63B92BDC0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2028165"/>
            <a:ext cx="5562600" cy="297986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950552B-065B-8091-1473-BD91B2CB2D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5951407"/>
            <a:ext cx="7236938" cy="3875044"/>
          </a:xfrm>
          <a:prstGeom prst="rect">
            <a:avLst/>
          </a:prstGeom>
        </p:spPr>
      </p:pic>
      <p:sp>
        <p:nvSpPr>
          <p:cNvPr id="46" name="TextBox 37">
            <a:extLst>
              <a:ext uri="{FF2B5EF4-FFF2-40B4-BE49-F238E27FC236}">
                <a16:creationId xmlns:a16="http://schemas.microsoft.com/office/drawing/2014/main" id="{2DB6F320-3B41-F6FC-4986-F6BC65BA11CF}"/>
              </a:ext>
            </a:extLst>
          </p:cNvPr>
          <p:cNvSpPr txBox="1"/>
          <p:nvPr/>
        </p:nvSpPr>
        <p:spPr>
          <a:xfrm>
            <a:off x="17817087" y="341801"/>
            <a:ext cx="8932970" cy="93194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Main Module: </a:t>
            </a:r>
            <a:r>
              <a:rPr lang="en-US" sz="2800" dirty="0"/>
              <a:t>Product and stock management interface to add/update  and view inventory.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71831A-6FBF-3D5B-327A-6B476CBFB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6756" y="2288500"/>
            <a:ext cx="8188171" cy="438865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26A2FEA-03FA-3468-9D12-522102FB17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6346" y="5419807"/>
            <a:ext cx="8179687" cy="439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176975" y="1173897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 Page:</a:t>
            </a:r>
            <a:br>
              <a:rPr lang="en-US" sz="2800" dirty="0"/>
            </a:br>
            <a:r>
              <a:rPr lang="en-US" sz="2800" dirty="0"/>
              <a:t>Displays stock reports and updated inventory details.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320C50-F5B1-6E74-F719-ECE624369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627" y="2229684"/>
            <a:ext cx="11964545" cy="707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D2E13F-98EE-BFEB-8F7C-EF532FF8FA5D}"/>
              </a:ext>
            </a:extLst>
          </p:cNvPr>
          <p:cNvSpPr txBox="1"/>
          <p:nvPr/>
        </p:nvSpPr>
        <p:spPr>
          <a:xfrm>
            <a:off x="2107947" y="1671481"/>
            <a:ext cx="13554642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errors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Easy to use and user-friendly interface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Provides real-time stock updates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Fast and efficient data management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internet/server availability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 in basic version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cost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technical knowledge for maintenance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932</Words>
  <Application>Microsoft Office PowerPoint</Application>
  <PresentationFormat>Custom</PresentationFormat>
  <Paragraphs>277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Gotham</vt:lpstr>
      <vt:lpstr>Times New Roman</vt:lpstr>
      <vt:lpstr>Cambria</vt:lpstr>
      <vt:lpstr>Wingdings</vt:lpstr>
      <vt:lpstr>Bookman Old Style</vt:lpstr>
      <vt:lpstr>Gotham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H P</dc:creator>
  <cp:lastModifiedBy>jaswitha devabhaktunijaswitha</cp:lastModifiedBy>
  <cp:revision>13</cp:revision>
  <dcterms:created xsi:type="dcterms:W3CDTF">2006-08-16T00:00:00Z</dcterms:created>
  <dcterms:modified xsi:type="dcterms:W3CDTF">2026-03-22T19:48:15Z</dcterms:modified>
  <dc:identifier>DAHCaYqJ9OU</dc:identifier>
</cp:coreProperties>
</file>