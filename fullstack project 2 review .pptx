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7175"/>
            <a:ext cx="947928" cy="23774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786859" y="1370120"/>
            <a:ext cx="1501140" cy="7550150"/>
          </a:xfrm>
          <a:custGeom>
            <a:avLst/>
            <a:gdLst/>
            <a:ahLst/>
            <a:cxnLst/>
            <a:rect l="l" t="t" r="r" b="b"/>
            <a:pathLst>
              <a:path w="1501140" h="7550150">
                <a:moveTo>
                  <a:pt x="1501140" y="7549807"/>
                </a:moveTo>
                <a:lnTo>
                  <a:pt x="1454574" y="7499987"/>
                </a:lnTo>
                <a:lnTo>
                  <a:pt x="1424269" y="7466847"/>
                </a:lnTo>
                <a:lnTo>
                  <a:pt x="1394232" y="7433460"/>
                </a:lnTo>
                <a:lnTo>
                  <a:pt x="1364464" y="7399827"/>
                </a:lnTo>
                <a:lnTo>
                  <a:pt x="1334968" y="7365950"/>
                </a:lnTo>
                <a:lnTo>
                  <a:pt x="1305745" y="7331831"/>
                </a:lnTo>
                <a:lnTo>
                  <a:pt x="1276796" y="7297471"/>
                </a:lnTo>
                <a:lnTo>
                  <a:pt x="1248124" y="7262872"/>
                </a:lnTo>
                <a:lnTo>
                  <a:pt x="1219731" y="7228036"/>
                </a:lnTo>
                <a:lnTo>
                  <a:pt x="1191617" y="7192964"/>
                </a:lnTo>
                <a:lnTo>
                  <a:pt x="1163784" y="7157659"/>
                </a:lnTo>
                <a:lnTo>
                  <a:pt x="1136235" y="7122121"/>
                </a:lnTo>
                <a:lnTo>
                  <a:pt x="1108970" y="7086353"/>
                </a:lnTo>
                <a:lnTo>
                  <a:pt x="1081993" y="7050356"/>
                </a:lnTo>
                <a:lnTo>
                  <a:pt x="1055303" y="7014132"/>
                </a:lnTo>
                <a:lnTo>
                  <a:pt x="1028904" y="6977683"/>
                </a:lnTo>
                <a:lnTo>
                  <a:pt x="1002797" y="6941010"/>
                </a:lnTo>
                <a:lnTo>
                  <a:pt x="976983" y="6904116"/>
                </a:lnTo>
                <a:lnTo>
                  <a:pt x="951464" y="6867001"/>
                </a:lnTo>
                <a:lnTo>
                  <a:pt x="926242" y="6829667"/>
                </a:lnTo>
                <a:lnTo>
                  <a:pt x="901318" y="6792117"/>
                </a:lnTo>
                <a:lnTo>
                  <a:pt x="876695" y="6754352"/>
                </a:lnTo>
                <a:lnTo>
                  <a:pt x="852374" y="6716373"/>
                </a:lnTo>
                <a:lnTo>
                  <a:pt x="828356" y="6678182"/>
                </a:lnTo>
                <a:lnTo>
                  <a:pt x="804644" y="6639782"/>
                </a:lnTo>
                <a:lnTo>
                  <a:pt x="781239" y="6601173"/>
                </a:lnTo>
                <a:lnTo>
                  <a:pt x="758143" y="6562358"/>
                </a:lnTo>
                <a:lnTo>
                  <a:pt x="735357" y="6523337"/>
                </a:lnTo>
                <a:lnTo>
                  <a:pt x="712884" y="6484114"/>
                </a:lnTo>
                <a:lnTo>
                  <a:pt x="690724" y="6444689"/>
                </a:lnTo>
                <a:lnTo>
                  <a:pt x="668880" y="6405064"/>
                </a:lnTo>
                <a:lnTo>
                  <a:pt x="647353" y="6365242"/>
                </a:lnTo>
                <a:lnTo>
                  <a:pt x="626145" y="6325222"/>
                </a:lnTo>
                <a:lnTo>
                  <a:pt x="605258" y="6285009"/>
                </a:lnTo>
                <a:lnTo>
                  <a:pt x="584694" y="6244602"/>
                </a:lnTo>
                <a:lnTo>
                  <a:pt x="564453" y="6204004"/>
                </a:lnTo>
                <a:lnTo>
                  <a:pt x="544538" y="6163216"/>
                </a:lnTo>
                <a:lnTo>
                  <a:pt x="524951" y="6122241"/>
                </a:lnTo>
                <a:lnTo>
                  <a:pt x="505693" y="6081079"/>
                </a:lnTo>
                <a:lnTo>
                  <a:pt x="486766" y="6039733"/>
                </a:lnTo>
                <a:lnTo>
                  <a:pt x="468172" y="5998204"/>
                </a:lnTo>
                <a:lnTo>
                  <a:pt x="449912" y="5956494"/>
                </a:lnTo>
                <a:lnTo>
                  <a:pt x="431988" y="5914605"/>
                </a:lnTo>
                <a:lnTo>
                  <a:pt x="414402" y="5872539"/>
                </a:lnTo>
                <a:lnTo>
                  <a:pt x="397155" y="5830296"/>
                </a:lnTo>
                <a:lnTo>
                  <a:pt x="380249" y="5787879"/>
                </a:lnTo>
                <a:lnTo>
                  <a:pt x="363687" y="5745289"/>
                </a:lnTo>
                <a:lnTo>
                  <a:pt x="347468" y="5702529"/>
                </a:lnTo>
                <a:lnTo>
                  <a:pt x="331596" y="5659600"/>
                </a:lnTo>
                <a:lnTo>
                  <a:pt x="316072" y="5616503"/>
                </a:lnTo>
                <a:lnTo>
                  <a:pt x="300898" y="5573240"/>
                </a:lnTo>
                <a:lnTo>
                  <a:pt x="286075" y="5529814"/>
                </a:lnTo>
                <a:lnTo>
                  <a:pt x="271605" y="5486225"/>
                </a:lnTo>
                <a:lnTo>
                  <a:pt x="257490" y="5442475"/>
                </a:lnTo>
                <a:lnTo>
                  <a:pt x="243732" y="5398567"/>
                </a:lnTo>
                <a:lnTo>
                  <a:pt x="230331" y="5354501"/>
                </a:lnTo>
                <a:lnTo>
                  <a:pt x="217291" y="5310280"/>
                </a:lnTo>
                <a:lnTo>
                  <a:pt x="204612" y="5265905"/>
                </a:lnTo>
                <a:lnTo>
                  <a:pt x="192296" y="5221379"/>
                </a:lnTo>
                <a:lnTo>
                  <a:pt x="180346" y="5176701"/>
                </a:lnTo>
                <a:lnTo>
                  <a:pt x="168762" y="5131875"/>
                </a:lnTo>
                <a:lnTo>
                  <a:pt x="157546" y="5086902"/>
                </a:lnTo>
                <a:lnTo>
                  <a:pt x="146701" y="5041784"/>
                </a:lnTo>
                <a:lnTo>
                  <a:pt x="136227" y="4996522"/>
                </a:lnTo>
                <a:lnTo>
                  <a:pt x="126127" y="4951119"/>
                </a:lnTo>
                <a:lnTo>
                  <a:pt x="116402" y="4905575"/>
                </a:lnTo>
                <a:lnTo>
                  <a:pt x="107054" y="4859893"/>
                </a:lnTo>
                <a:lnTo>
                  <a:pt x="98085" y="4814074"/>
                </a:lnTo>
                <a:lnTo>
                  <a:pt x="89496" y="4768119"/>
                </a:lnTo>
                <a:lnTo>
                  <a:pt x="81289" y="4722032"/>
                </a:lnTo>
                <a:lnTo>
                  <a:pt x="73466" y="4675813"/>
                </a:lnTo>
                <a:lnTo>
                  <a:pt x="66028" y="4629464"/>
                </a:lnTo>
                <a:lnTo>
                  <a:pt x="58977" y="4582987"/>
                </a:lnTo>
                <a:lnTo>
                  <a:pt x="52315" y="4536383"/>
                </a:lnTo>
                <a:lnTo>
                  <a:pt x="46044" y="4489654"/>
                </a:lnTo>
                <a:lnTo>
                  <a:pt x="40165" y="4442802"/>
                </a:lnTo>
                <a:lnTo>
                  <a:pt x="34680" y="4395829"/>
                </a:lnTo>
                <a:lnTo>
                  <a:pt x="29591" y="4348736"/>
                </a:lnTo>
                <a:lnTo>
                  <a:pt x="24899" y="4301525"/>
                </a:lnTo>
                <a:lnTo>
                  <a:pt x="20606" y="4254198"/>
                </a:lnTo>
                <a:lnTo>
                  <a:pt x="16714" y="4206756"/>
                </a:lnTo>
                <a:lnTo>
                  <a:pt x="13224" y="4159202"/>
                </a:lnTo>
                <a:lnTo>
                  <a:pt x="10138" y="4111536"/>
                </a:lnTo>
                <a:lnTo>
                  <a:pt x="7459" y="4063760"/>
                </a:lnTo>
                <a:lnTo>
                  <a:pt x="5187" y="4015877"/>
                </a:lnTo>
                <a:lnTo>
                  <a:pt x="3324" y="3967888"/>
                </a:lnTo>
                <a:lnTo>
                  <a:pt x="1872" y="3919794"/>
                </a:lnTo>
                <a:lnTo>
                  <a:pt x="833" y="3871597"/>
                </a:lnTo>
                <a:lnTo>
                  <a:pt x="208" y="3823300"/>
                </a:lnTo>
                <a:lnTo>
                  <a:pt x="0" y="3774903"/>
                </a:lnTo>
                <a:lnTo>
                  <a:pt x="208" y="3726507"/>
                </a:lnTo>
                <a:lnTo>
                  <a:pt x="833" y="3678209"/>
                </a:lnTo>
                <a:lnTo>
                  <a:pt x="1872" y="3630013"/>
                </a:lnTo>
                <a:lnTo>
                  <a:pt x="3324" y="3581919"/>
                </a:lnTo>
                <a:lnTo>
                  <a:pt x="5187" y="3533930"/>
                </a:lnTo>
                <a:lnTo>
                  <a:pt x="7459" y="3486046"/>
                </a:lnTo>
                <a:lnTo>
                  <a:pt x="10138" y="3438271"/>
                </a:lnTo>
                <a:lnTo>
                  <a:pt x="13224" y="3390605"/>
                </a:lnTo>
                <a:lnTo>
                  <a:pt x="16714" y="3343050"/>
                </a:lnTo>
                <a:lnTo>
                  <a:pt x="20606" y="3295608"/>
                </a:lnTo>
                <a:lnTo>
                  <a:pt x="24899" y="3248281"/>
                </a:lnTo>
                <a:lnTo>
                  <a:pt x="29591" y="3201070"/>
                </a:lnTo>
                <a:lnTo>
                  <a:pt x="34680" y="3153977"/>
                </a:lnTo>
                <a:lnTo>
                  <a:pt x="40165" y="3107004"/>
                </a:lnTo>
                <a:lnTo>
                  <a:pt x="46044" y="3060152"/>
                </a:lnTo>
                <a:lnTo>
                  <a:pt x="52315" y="3013424"/>
                </a:lnTo>
                <a:lnTo>
                  <a:pt x="58977" y="2966820"/>
                </a:lnTo>
                <a:lnTo>
                  <a:pt x="66028" y="2920343"/>
                </a:lnTo>
                <a:lnTo>
                  <a:pt x="73466" y="2873994"/>
                </a:lnTo>
                <a:lnTo>
                  <a:pt x="81289" y="2827775"/>
                </a:lnTo>
                <a:lnTo>
                  <a:pt x="89496" y="2781687"/>
                </a:lnTo>
                <a:lnTo>
                  <a:pt x="98085" y="2735733"/>
                </a:lnTo>
                <a:lnTo>
                  <a:pt x="107054" y="2689914"/>
                </a:lnTo>
                <a:lnTo>
                  <a:pt x="116402" y="2644232"/>
                </a:lnTo>
                <a:lnTo>
                  <a:pt x="126127" y="2598688"/>
                </a:lnTo>
                <a:lnTo>
                  <a:pt x="136227" y="2553284"/>
                </a:lnTo>
                <a:lnTo>
                  <a:pt x="146701" y="2508023"/>
                </a:lnTo>
                <a:lnTo>
                  <a:pt x="157546" y="2462904"/>
                </a:lnTo>
                <a:lnTo>
                  <a:pt x="168762" y="2417931"/>
                </a:lnTo>
                <a:lnTo>
                  <a:pt x="180346" y="2373105"/>
                </a:lnTo>
                <a:lnTo>
                  <a:pt x="192296" y="2328428"/>
                </a:lnTo>
                <a:lnTo>
                  <a:pt x="204612" y="2283901"/>
                </a:lnTo>
                <a:lnTo>
                  <a:pt x="217291" y="2239526"/>
                </a:lnTo>
                <a:lnTo>
                  <a:pt x="230331" y="2195305"/>
                </a:lnTo>
                <a:lnTo>
                  <a:pt x="243732" y="2151240"/>
                </a:lnTo>
                <a:lnTo>
                  <a:pt x="257490" y="2107331"/>
                </a:lnTo>
                <a:lnTo>
                  <a:pt x="271605" y="2063582"/>
                </a:lnTo>
                <a:lnTo>
                  <a:pt x="286075" y="2019993"/>
                </a:lnTo>
                <a:lnTo>
                  <a:pt x="300898" y="1976567"/>
                </a:lnTo>
                <a:lnTo>
                  <a:pt x="316072" y="1933304"/>
                </a:lnTo>
                <a:lnTo>
                  <a:pt x="331596" y="1890207"/>
                </a:lnTo>
                <a:lnTo>
                  <a:pt x="347468" y="1847278"/>
                </a:lnTo>
                <a:lnTo>
                  <a:pt x="363687" y="1804517"/>
                </a:lnTo>
                <a:lnTo>
                  <a:pt x="380249" y="1761928"/>
                </a:lnTo>
                <a:lnTo>
                  <a:pt x="397155" y="1719511"/>
                </a:lnTo>
                <a:lnTo>
                  <a:pt x="414402" y="1677268"/>
                </a:lnTo>
                <a:lnTo>
                  <a:pt x="431988" y="1635201"/>
                </a:lnTo>
                <a:lnTo>
                  <a:pt x="449912" y="1593312"/>
                </a:lnTo>
                <a:lnTo>
                  <a:pt x="468172" y="1551602"/>
                </a:lnTo>
                <a:lnTo>
                  <a:pt x="486766" y="1510074"/>
                </a:lnTo>
                <a:lnTo>
                  <a:pt x="505693" y="1468728"/>
                </a:lnTo>
                <a:lnTo>
                  <a:pt x="524951" y="1427566"/>
                </a:lnTo>
                <a:lnTo>
                  <a:pt x="544538" y="1386591"/>
                </a:lnTo>
                <a:lnTo>
                  <a:pt x="564453" y="1345803"/>
                </a:lnTo>
                <a:lnTo>
                  <a:pt x="584694" y="1305205"/>
                </a:lnTo>
                <a:lnTo>
                  <a:pt x="605258" y="1264798"/>
                </a:lnTo>
                <a:lnTo>
                  <a:pt x="626145" y="1224584"/>
                </a:lnTo>
                <a:lnTo>
                  <a:pt x="647353" y="1184565"/>
                </a:lnTo>
                <a:lnTo>
                  <a:pt x="668880" y="1144742"/>
                </a:lnTo>
                <a:lnTo>
                  <a:pt x="690724" y="1105118"/>
                </a:lnTo>
                <a:lnTo>
                  <a:pt x="712884" y="1065693"/>
                </a:lnTo>
                <a:lnTo>
                  <a:pt x="735357" y="1026469"/>
                </a:lnTo>
                <a:lnTo>
                  <a:pt x="758143" y="987449"/>
                </a:lnTo>
                <a:lnTo>
                  <a:pt x="781239" y="948634"/>
                </a:lnTo>
                <a:lnTo>
                  <a:pt x="804644" y="910025"/>
                </a:lnTo>
                <a:lnTo>
                  <a:pt x="828356" y="871624"/>
                </a:lnTo>
                <a:lnTo>
                  <a:pt x="852374" y="833434"/>
                </a:lnTo>
                <a:lnTo>
                  <a:pt x="876695" y="795455"/>
                </a:lnTo>
                <a:lnTo>
                  <a:pt x="901318" y="757690"/>
                </a:lnTo>
                <a:lnTo>
                  <a:pt x="926242" y="720139"/>
                </a:lnTo>
                <a:lnTo>
                  <a:pt x="951464" y="682806"/>
                </a:lnTo>
                <a:lnTo>
                  <a:pt x="976983" y="645691"/>
                </a:lnTo>
                <a:lnTo>
                  <a:pt x="1002797" y="608796"/>
                </a:lnTo>
                <a:lnTo>
                  <a:pt x="1028904" y="572124"/>
                </a:lnTo>
                <a:lnTo>
                  <a:pt x="1055303" y="535674"/>
                </a:lnTo>
                <a:lnTo>
                  <a:pt x="1081993" y="499450"/>
                </a:lnTo>
                <a:lnTo>
                  <a:pt x="1108970" y="463454"/>
                </a:lnTo>
                <a:lnTo>
                  <a:pt x="1136235" y="427686"/>
                </a:lnTo>
                <a:lnTo>
                  <a:pt x="1163784" y="392148"/>
                </a:lnTo>
                <a:lnTo>
                  <a:pt x="1191617" y="356842"/>
                </a:lnTo>
                <a:lnTo>
                  <a:pt x="1219731" y="321771"/>
                </a:lnTo>
                <a:lnTo>
                  <a:pt x="1248124" y="286935"/>
                </a:lnTo>
                <a:lnTo>
                  <a:pt x="1276796" y="252336"/>
                </a:lnTo>
                <a:lnTo>
                  <a:pt x="1305745" y="217976"/>
                </a:lnTo>
                <a:lnTo>
                  <a:pt x="1334968" y="183857"/>
                </a:lnTo>
                <a:lnTo>
                  <a:pt x="1364464" y="149980"/>
                </a:lnTo>
                <a:lnTo>
                  <a:pt x="1394232" y="116347"/>
                </a:lnTo>
                <a:lnTo>
                  <a:pt x="1424269" y="82960"/>
                </a:lnTo>
                <a:lnTo>
                  <a:pt x="1454574" y="49820"/>
                </a:lnTo>
                <a:lnTo>
                  <a:pt x="1485145" y="16930"/>
                </a:lnTo>
                <a:lnTo>
                  <a:pt x="1501140" y="0"/>
                </a:lnTo>
              </a:path>
            </a:pathLst>
          </a:custGeom>
          <a:ln w="6187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42538" y="302209"/>
            <a:ext cx="11126469" cy="8095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87067" y="2383612"/>
            <a:ext cx="10198735" cy="3498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36457" y="0"/>
            <a:ext cx="4652010" cy="1363980"/>
          </a:xfrm>
          <a:custGeom>
            <a:avLst/>
            <a:gdLst/>
            <a:ahLst/>
            <a:cxnLst/>
            <a:rect l="l" t="t" r="r" b="b"/>
            <a:pathLst>
              <a:path w="4652009" h="1363980">
                <a:moveTo>
                  <a:pt x="4651543" y="1268136"/>
                </a:moveTo>
                <a:lnTo>
                  <a:pt x="4571495" y="1282690"/>
                </a:lnTo>
                <a:lnTo>
                  <a:pt x="4525276" y="1290513"/>
                </a:lnTo>
                <a:lnTo>
                  <a:pt x="4478927" y="1297951"/>
                </a:lnTo>
                <a:lnTo>
                  <a:pt x="4432450" y="1305002"/>
                </a:lnTo>
                <a:lnTo>
                  <a:pt x="4385846" y="1311664"/>
                </a:lnTo>
                <a:lnTo>
                  <a:pt x="4339117" y="1317935"/>
                </a:lnTo>
                <a:lnTo>
                  <a:pt x="4292266" y="1323814"/>
                </a:lnTo>
                <a:lnTo>
                  <a:pt x="4245293" y="1329299"/>
                </a:lnTo>
                <a:lnTo>
                  <a:pt x="4198200" y="1334388"/>
                </a:lnTo>
                <a:lnTo>
                  <a:pt x="4150989" y="1339080"/>
                </a:lnTo>
                <a:lnTo>
                  <a:pt x="4103661" y="1343373"/>
                </a:lnTo>
                <a:lnTo>
                  <a:pt x="4056220" y="1347265"/>
                </a:lnTo>
                <a:lnTo>
                  <a:pt x="4008665" y="1350755"/>
                </a:lnTo>
                <a:lnTo>
                  <a:pt x="3960999" y="1353841"/>
                </a:lnTo>
                <a:lnTo>
                  <a:pt x="3913223" y="1356520"/>
                </a:lnTo>
                <a:lnTo>
                  <a:pt x="3865340" y="1358792"/>
                </a:lnTo>
                <a:lnTo>
                  <a:pt x="3817351" y="1360655"/>
                </a:lnTo>
                <a:lnTo>
                  <a:pt x="3769257" y="1362107"/>
                </a:lnTo>
                <a:lnTo>
                  <a:pt x="3721061" y="1363146"/>
                </a:lnTo>
                <a:lnTo>
                  <a:pt x="3672763" y="1363771"/>
                </a:lnTo>
                <a:lnTo>
                  <a:pt x="3624367" y="1363979"/>
                </a:lnTo>
                <a:lnTo>
                  <a:pt x="3575970" y="1363771"/>
                </a:lnTo>
                <a:lnTo>
                  <a:pt x="3527672" y="1363146"/>
                </a:lnTo>
                <a:lnTo>
                  <a:pt x="3479476" y="1362107"/>
                </a:lnTo>
                <a:lnTo>
                  <a:pt x="3431382" y="1360655"/>
                </a:lnTo>
                <a:lnTo>
                  <a:pt x="3383393" y="1358792"/>
                </a:lnTo>
                <a:lnTo>
                  <a:pt x="3335510" y="1356520"/>
                </a:lnTo>
                <a:lnTo>
                  <a:pt x="3287734" y="1353841"/>
                </a:lnTo>
                <a:lnTo>
                  <a:pt x="3240068" y="1350755"/>
                </a:lnTo>
                <a:lnTo>
                  <a:pt x="3192514" y="1347265"/>
                </a:lnTo>
                <a:lnTo>
                  <a:pt x="3145072" y="1343373"/>
                </a:lnTo>
                <a:lnTo>
                  <a:pt x="3097744" y="1339080"/>
                </a:lnTo>
                <a:lnTo>
                  <a:pt x="3050534" y="1334388"/>
                </a:lnTo>
                <a:lnTo>
                  <a:pt x="3003441" y="1329299"/>
                </a:lnTo>
                <a:lnTo>
                  <a:pt x="2956467" y="1323814"/>
                </a:lnTo>
                <a:lnTo>
                  <a:pt x="2909616" y="1317935"/>
                </a:lnTo>
                <a:lnTo>
                  <a:pt x="2862887" y="1311664"/>
                </a:lnTo>
                <a:lnTo>
                  <a:pt x="2816283" y="1305002"/>
                </a:lnTo>
                <a:lnTo>
                  <a:pt x="2769806" y="1297951"/>
                </a:lnTo>
                <a:lnTo>
                  <a:pt x="2723457" y="1290513"/>
                </a:lnTo>
                <a:lnTo>
                  <a:pt x="2677238" y="1282690"/>
                </a:lnTo>
                <a:lnTo>
                  <a:pt x="2631151" y="1274483"/>
                </a:lnTo>
                <a:lnTo>
                  <a:pt x="2585196" y="1265894"/>
                </a:lnTo>
                <a:lnTo>
                  <a:pt x="2539377" y="1256925"/>
                </a:lnTo>
                <a:lnTo>
                  <a:pt x="2493695" y="1247577"/>
                </a:lnTo>
                <a:lnTo>
                  <a:pt x="2448151" y="1237852"/>
                </a:lnTo>
                <a:lnTo>
                  <a:pt x="2402748" y="1227752"/>
                </a:lnTo>
                <a:lnTo>
                  <a:pt x="2357486" y="1217278"/>
                </a:lnTo>
                <a:lnTo>
                  <a:pt x="2312368" y="1206433"/>
                </a:lnTo>
                <a:lnTo>
                  <a:pt x="2267395" y="1195217"/>
                </a:lnTo>
                <a:lnTo>
                  <a:pt x="2222569" y="1183633"/>
                </a:lnTo>
                <a:lnTo>
                  <a:pt x="2177891" y="1171683"/>
                </a:lnTo>
                <a:lnTo>
                  <a:pt x="2133364" y="1159367"/>
                </a:lnTo>
                <a:lnTo>
                  <a:pt x="2088990" y="1146688"/>
                </a:lnTo>
                <a:lnTo>
                  <a:pt x="2044769" y="1133648"/>
                </a:lnTo>
                <a:lnTo>
                  <a:pt x="2000703" y="1120247"/>
                </a:lnTo>
                <a:lnTo>
                  <a:pt x="1956795" y="1106489"/>
                </a:lnTo>
                <a:lnTo>
                  <a:pt x="1913045" y="1092374"/>
                </a:lnTo>
                <a:lnTo>
                  <a:pt x="1869456" y="1077904"/>
                </a:lnTo>
                <a:lnTo>
                  <a:pt x="1826030" y="1063081"/>
                </a:lnTo>
                <a:lnTo>
                  <a:pt x="1782767" y="1047907"/>
                </a:lnTo>
                <a:lnTo>
                  <a:pt x="1739670" y="1032383"/>
                </a:lnTo>
                <a:lnTo>
                  <a:pt x="1696741" y="1016511"/>
                </a:lnTo>
                <a:lnTo>
                  <a:pt x="1653981" y="1000292"/>
                </a:lnTo>
                <a:lnTo>
                  <a:pt x="1611391" y="983730"/>
                </a:lnTo>
                <a:lnTo>
                  <a:pt x="1568974" y="966824"/>
                </a:lnTo>
                <a:lnTo>
                  <a:pt x="1526731" y="949577"/>
                </a:lnTo>
                <a:lnTo>
                  <a:pt x="1484665" y="931991"/>
                </a:lnTo>
                <a:lnTo>
                  <a:pt x="1442775" y="914067"/>
                </a:lnTo>
                <a:lnTo>
                  <a:pt x="1401066" y="895807"/>
                </a:lnTo>
                <a:lnTo>
                  <a:pt x="1359537" y="877213"/>
                </a:lnTo>
                <a:lnTo>
                  <a:pt x="1318191" y="858286"/>
                </a:lnTo>
                <a:lnTo>
                  <a:pt x="1277029" y="839028"/>
                </a:lnTo>
                <a:lnTo>
                  <a:pt x="1236054" y="819441"/>
                </a:lnTo>
                <a:lnTo>
                  <a:pt x="1195266" y="799526"/>
                </a:lnTo>
                <a:lnTo>
                  <a:pt x="1154668" y="779285"/>
                </a:lnTo>
                <a:lnTo>
                  <a:pt x="1114261" y="758721"/>
                </a:lnTo>
                <a:lnTo>
                  <a:pt x="1074048" y="737834"/>
                </a:lnTo>
                <a:lnTo>
                  <a:pt x="1034028" y="716626"/>
                </a:lnTo>
                <a:lnTo>
                  <a:pt x="994206" y="695099"/>
                </a:lnTo>
                <a:lnTo>
                  <a:pt x="954581" y="673255"/>
                </a:lnTo>
                <a:lnTo>
                  <a:pt x="915156" y="651095"/>
                </a:lnTo>
                <a:lnTo>
                  <a:pt x="875933" y="628622"/>
                </a:lnTo>
                <a:lnTo>
                  <a:pt x="836912" y="605836"/>
                </a:lnTo>
                <a:lnTo>
                  <a:pt x="798097" y="582740"/>
                </a:lnTo>
                <a:lnTo>
                  <a:pt x="759488" y="559335"/>
                </a:lnTo>
                <a:lnTo>
                  <a:pt x="721088" y="535623"/>
                </a:lnTo>
                <a:lnTo>
                  <a:pt x="682897" y="511605"/>
                </a:lnTo>
                <a:lnTo>
                  <a:pt x="644918" y="487284"/>
                </a:lnTo>
                <a:lnTo>
                  <a:pt x="607153" y="462661"/>
                </a:lnTo>
                <a:lnTo>
                  <a:pt x="569603" y="437737"/>
                </a:lnTo>
                <a:lnTo>
                  <a:pt x="532269" y="412515"/>
                </a:lnTo>
                <a:lnTo>
                  <a:pt x="495154" y="386996"/>
                </a:lnTo>
                <a:lnTo>
                  <a:pt x="458260" y="361182"/>
                </a:lnTo>
                <a:lnTo>
                  <a:pt x="421587" y="335075"/>
                </a:lnTo>
                <a:lnTo>
                  <a:pt x="385138" y="308676"/>
                </a:lnTo>
                <a:lnTo>
                  <a:pt x="348914" y="281986"/>
                </a:lnTo>
                <a:lnTo>
                  <a:pt x="312917" y="255009"/>
                </a:lnTo>
                <a:lnTo>
                  <a:pt x="277149" y="227744"/>
                </a:lnTo>
                <a:lnTo>
                  <a:pt x="241611" y="200195"/>
                </a:lnTo>
                <a:lnTo>
                  <a:pt x="206306" y="172362"/>
                </a:lnTo>
                <a:lnTo>
                  <a:pt x="171234" y="144248"/>
                </a:lnTo>
                <a:lnTo>
                  <a:pt x="136398" y="115855"/>
                </a:lnTo>
                <a:lnTo>
                  <a:pt x="101799" y="87183"/>
                </a:lnTo>
                <a:lnTo>
                  <a:pt x="67439" y="58234"/>
                </a:lnTo>
                <a:lnTo>
                  <a:pt x="33320" y="29011"/>
                </a:lnTo>
                <a:lnTo>
                  <a:pt x="0" y="0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908470"/>
            <a:ext cx="1031875" cy="6412865"/>
          </a:xfrm>
          <a:custGeom>
            <a:avLst/>
            <a:gdLst/>
            <a:ahLst/>
            <a:cxnLst/>
            <a:rect l="l" t="t" r="r" b="b"/>
            <a:pathLst>
              <a:path w="1031875" h="6412865">
                <a:moveTo>
                  <a:pt x="0" y="0"/>
                </a:moveTo>
                <a:lnTo>
                  <a:pt x="28685" y="40222"/>
                </a:lnTo>
                <a:lnTo>
                  <a:pt x="54506" y="77116"/>
                </a:lnTo>
                <a:lnTo>
                  <a:pt x="80032" y="114231"/>
                </a:lnTo>
                <a:lnTo>
                  <a:pt x="105261" y="151565"/>
                </a:lnTo>
                <a:lnTo>
                  <a:pt x="130191" y="189115"/>
                </a:lnTo>
                <a:lnTo>
                  <a:pt x="154821" y="226880"/>
                </a:lnTo>
                <a:lnTo>
                  <a:pt x="179148" y="264859"/>
                </a:lnTo>
                <a:lnTo>
                  <a:pt x="203172" y="303050"/>
                </a:lnTo>
                <a:lnTo>
                  <a:pt x="226891" y="341450"/>
                </a:lnTo>
                <a:lnTo>
                  <a:pt x="250302" y="380059"/>
                </a:lnTo>
                <a:lnTo>
                  <a:pt x="273405" y="418874"/>
                </a:lnTo>
                <a:lnTo>
                  <a:pt x="296196" y="457895"/>
                </a:lnTo>
                <a:lnTo>
                  <a:pt x="318676" y="497118"/>
                </a:lnTo>
                <a:lnTo>
                  <a:pt x="340841" y="536543"/>
                </a:lnTo>
                <a:lnTo>
                  <a:pt x="362691" y="576168"/>
                </a:lnTo>
                <a:lnTo>
                  <a:pt x="384224" y="615990"/>
                </a:lnTo>
                <a:lnTo>
                  <a:pt x="405437" y="656010"/>
                </a:lnTo>
                <a:lnTo>
                  <a:pt x="426330" y="696223"/>
                </a:lnTo>
                <a:lnTo>
                  <a:pt x="446900" y="736630"/>
                </a:lnTo>
                <a:lnTo>
                  <a:pt x="467146" y="777228"/>
                </a:lnTo>
                <a:lnTo>
                  <a:pt x="487066" y="818016"/>
                </a:lnTo>
                <a:lnTo>
                  <a:pt x="506658" y="858991"/>
                </a:lnTo>
                <a:lnTo>
                  <a:pt x="525921" y="900153"/>
                </a:lnTo>
                <a:lnTo>
                  <a:pt x="544853" y="941499"/>
                </a:lnTo>
                <a:lnTo>
                  <a:pt x="563452" y="983028"/>
                </a:lnTo>
                <a:lnTo>
                  <a:pt x="581717" y="1024738"/>
                </a:lnTo>
                <a:lnTo>
                  <a:pt x="599646" y="1066627"/>
                </a:lnTo>
                <a:lnTo>
                  <a:pt x="617237" y="1108694"/>
                </a:lnTo>
                <a:lnTo>
                  <a:pt x="634488" y="1150936"/>
                </a:lnTo>
                <a:lnTo>
                  <a:pt x="651398" y="1193353"/>
                </a:lnTo>
                <a:lnTo>
                  <a:pt x="667965" y="1235943"/>
                </a:lnTo>
                <a:lnTo>
                  <a:pt x="684188" y="1278703"/>
                </a:lnTo>
                <a:lnTo>
                  <a:pt x="700064" y="1321632"/>
                </a:lnTo>
                <a:lnTo>
                  <a:pt x="715592" y="1364729"/>
                </a:lnTo>
                <a:lnTo>
                  <a:pt x="730770" y="1407992"/>
                </a:lnTo>
                <a:lnTo>
                  <a:pt x="745597" y="1451418"/>
                </a:lnTo>
                <a:lnTo>
                  <a:pt x="760071" y="1495007"/>
                </a:lnTo>
                <a:lnTo>
                  <a:pt x="774190" y="1538757"/>
                </a:lnTo>
                <a:lnTo>
                  <a:pt x="787952" y="1582665"/>
                </a:lnTo>
                <a:lnTo>
                  <a:pt x="801356" y="1626731"/>
                </a:lnTo>
                <a:lnTo>
                  <a:pt x="814400" y="1670952"/>
                </a:lnTo>
                <a:lnTo>
                  <a:pt x="827082" y="1715327"/>
                </a:lnTo>
                <a:lnTo>
                  <a:pt x="839401" y="1759853"/>
                </a:lnTo>
                <a:lnTo>
                  <a:pt x="851355" y="1804531"/>
                </a:lnTo>
                <a:lnTo>
                  <a:pt x="862941" y="1849357"/>
                </a:lnTo>
                <a:lnTo>
                  <a:pt x="874160" y="1894330"/>
                </a:lnTo>
                <a:lnTo>
                  <a:pt x="885008" y="1939448"/>
                </a:lnTo>
                <a:lnTo>
                  <a:pt x="895485" y="1984710"/>
                </a:lnTo>
                <a:lnTo>
                  <a:pt x="905587" y="2030113"/>
                </a:lnTo>
                <a:lnTo>
                  <a:pt x="915315" y="2075657"/>
                </a:lnTo>
                <a:lnTo>
                  <a:pt x="924665" y="2121339"/>
                </a:lnTo>
                <a:lnTo>
                  <a:pt x="933637" y="2167159"/>
                </a:lnTo>
                <a:lnTo>
                  <a:pt x="942228" y="2213113"/>
                </a:lnTo>
                <a:lnTo>
                  <a:pt x="950437" y="2259200"/>
                </a:lnTo>
                <a:lnTo>
                  <a:pt x="958262" y="2305419"/>
                </a:lnTo>
                <a:lnTo>
                  <a:pt x="965702" y="2351768"/>
                </a:lnTo>
                <a:lnTo>
                  <a:pt x="972755" y="2398245"/>
                </a:lnTo>
                <a:lnTo>
                  <a:pt x="979418" y="2444849"/>
                </a:lnTo>
                <a:lnTo>
                  <a:pt x="985691" y="2491578"/>
                </a:lnTo>
                <a:lnTo>
                  <a:pt x="991571" y="2538430"/>
                </a:lnTo>
                <a:lnTo>
                  <a:pt x="997058" y="2585403"/>
                </a:lnTo>
                <a:lnTo>
                  <a:pt x="1002149" y="2632496"/>
                </a:lnTo>
                <a:lnTo>
                  <a:pt x="1006842" y="2679707"/>
                </a:lnTo>
                <a:lnTo>
                  <a:pt x="1011136" y="2727034"/>
                </a:lnTo>
                <a:lnTo>
                  <a:pt x="1015029" y="2774476"/>
                </a:lnTo>
                <a:lnTo>
                  <a:pt x="1018520" y="2822030"/>
                </a:lnTo>
                <a:lnTo>
                  <a:pt x="1021606" y="2869696"/>
                </a:lnTo>
                <a:lnTo>
                  <a:pt x="1024286" y="2917472"/>
                </a:lnTo>
                <a:lnTo>
                  <a:pt x="1026559" y="2965355"/>
                </a:lnTo>
                <a:lnTo>
                  <a:pt x="1028422" y="3013344"/>
                </a:lnTo>
                <a:lnTo>
                  <a:pt x="1029875" y="3061438"/>
                </a:lnTo>
                <a:lnTo>
                  <a:pt x="1030914" y="3109635"/>
                </a:lnTo>
                <a:lnTo>
                  <a:pt x="1031539" y="3157932"/>
                </a:lnTo>
                <a:lnTo>
                  <a:pt x="1031747" y="3206329"/>
                </a:lnTo>
                <a:lnTo>
                  <a:pt x="1031539" y="3254725"/>
                </a:lnTo>
                <a:lnTo>
                  <a:pt x="1030914" y="3303023"/>
                </a:lnTo>
                <a:lnTo>
                  <a:pt x="1029875" y="3351219"/>
                </a:lnTo>
                <a:lnTo>
                  <a:pt x="1028422" y="3399313"/>
                </a:lnTo>
                <a:lnTo>
                  <a:pt x="1026559" y="3447302"/>
                </a:lnTo>
                <a:lnTo>
                  <a:pt x="1024286" y="3495186"/>
                </a:lnTo>
                <a:lnTo>
                  <a:pt x="1021606" y="3542961"/>
                </a:lnTo>
                <a:lnTo>
                  <a:pt x="1018520" y="3590627"/>
                </a:lnTo>
                <a:lnTo>
                  <a:pt x="1015029" y="3638182"/>
                </a:lnTo>
                <a:lnTo>
                  <a:pt x="1011136" y="3685624"/>
                </a:lnTo>
                <a:lnTo>
                  <a:pt x="1006842" y="3732951"/>
                </a:lnTo>
                <a:lnTo>
                  <a:pt x="1002149" y="3780162"/>
                </a:lnTo>
                <a:lnTo>
                  <a:pt x="997058" y="3827255"/>
                </a:lnTo>
                <a:lnTo>
                  <a:pt x="991571" y="3874228"/>
                </a:lnTo>
                <a:lnTo>
                  <a:pt x="985691" y="3921080"/>
                </a:lnTo>
                <a:lnTo>
                  <a:pt x="979418" y="3967808"/>
                </a:lnTo>
                <a:lnTo>
                  <a:pt x="972755" y="4014412"/>
                </a:lnTo>
                <a:lnTo>
                  <a:pt x="965702" y="4060889"/>
                </a:lnTo>
                <a:lnTo>
                  <a:pt x="958262" y="4107238"/>
                </a:lnTo>
                <a:lnTo>
                  <a:pt x="950437" y="4153457"/>
                </a:lnTo>
                <a:lnTo>
                  <a:pt x="942228" y="4199545"/>
                </a:lnTo>
                <a:lnTo>
                  <a:pt x="933637" y="4245499"/>
                </a:lnTo>
                <a:lnTo>
                  <a:pt x="924665" y="4291318"/>
                </a:lnTo>
                <a:lnTo>
                  <a:pt x="915315" y="4337000"/>
                </a:lnTo>
                <a:lnTo>
                  <a:pt x="905587" y="4382544"/>
                </a:lnTo>
                <a:lnTo>
                  <a:pt x="895485" y="4427948"/>
                </a:lnTo>
                <a:lnTo>
                  <a:pt x="885008" y="4473209"/>
                </a:lnTo>
                <a:lnTo>
                  <a:pt x="874160" y="4518328"/>
                </a:lnTo>
                <a:lnTo>
                  <a:pt x="862941" y="4563301"/>
                </a:lnTo>
                <a:lnTo>
                  <a:pt x="851355" y="4608127"/>
                </a:lnTo>
                <a:lnTo>
                  <a:pt x="839401" y="4652804"/>
                </a:lnTo>
                <a:lnTo>
                  <a:pt x="827082" y="4697331"/>
                </a:lnTo>
                <a:lnTo>
                  <a:pt x="814400" y="4741706"/>
                </a:lnTo>
                <a:lnTo>
                  <a:pt x="801356" y="4785927"/>
                </a:lnTo>
                <a:lnTo>
                  <a:pt x="787952" y="4829992"/>
                </a:lnTo>
                <a:lnTo>
                  <a:pt x="774190" y="4873901"/>
                </a:lnTo>
                <a:lnTo>
                  <a:pt x="760071" y="4917650"/>
                </a:lnTo>
                <a:lnTo>
                  <a:pt x="745597" y="4961239"/>
                </a:lnTo>
                <a:lnTo>
                  <a:pt x="730770" y="5004666"/>
                </a:lnTo>
                <a:lnTo>
                  <a:pt x="715592" y="5047928"/>
                </a:lnTo>
                <a:lnTo>
                  <a:pt x="700064" y="5091025"/>
                </a:lnTo>
                <a:lnTo>
                  <a:pt x="684188" y="5133954"/>
                </a:lnTo>
                <a:lnTo>
                  <a:pt x="667965" y="5176715"/>
                </a:lnTo>
                <a:lnTo>
                  <a:pt x="651398" y="5219304"/>
                </a:lnTo>
                <a:lnTo>
                  <a:pt x="634488" y="5261721"/>
                </a:lnTo>
                <a:lnTo>
                  <a:pt x="617237" y="5303964"/>
                </a:lnTo>
                <a:lnTo>
                  <a:pt x="599646" y="5346031"/>
                </a:lnTo>
                <a:lnTo>
                  <a:pt x="581717" y="5387920"/>
                </a:lnTo>
                <a:lnTo>
                  <a:pt x="563452" y="5429630"/>
                </a:lnTo>
                <a:lnTo>
                  <a:pt x="544853" y="5471158"/>
                </a:lnTo>
                <a:lnTo>
                  <a:pt x="525921" y="5512504"/>
                </a:lnTo>
                <a:lnTo>
                  <a:pt x="506658" y="5553666"/>
                </a:lnTo>
                <a:lnTo>
                  <a:pt x="487066" y="5594642"/>
                </a:lnTo>
                <a:lnTo>
                  <a:pt x="467146" y="5635429"/>
                </a:lnTo>
                <a:lnTo>
                  <a:pt x="446900" y="5676027"/>
                </a:lnTo>
                <a:lnTo>
                  <a:pt x="426330" y="5716434"/>
                </a:lnTo>
                <a:lnTo>
                  <a:pt x="405437" y="5756648"/>
                </a:lnTo>
                <a:lnTo>
                  <a:pt x="384224" y="5796667"/>
                </a:lnTo>
                <a:lnTo>
                  <a:pt x="362691" y="5836490"/>
                </a:lnTo>
                <a:lnTo>
                  <a:pt x="340841" y="5876114"/>
                </a:lnTo>
                <a:lnTo>
                  <a:pt x="318676" y="5915539"/>
                </a:lnTo>
                <a:lnTo>
                  <a:pt x="296196" y="5954763"/>
                </a:lnTo>
                <a:lnTo>
                  <a:pt x="273405" y="5993783"/>
                </a:lnTo>
                <a:lnTo>
                  <a:pt x="250302" y="6032598"/>
                </a:lnTo>
                <a:lnTo>
                  <a:pt x="226891" y="6071207"/>
                </a:lnTo>
                <a:lnTo>
                  <a:pt x="203172" y="6109608"/>
                </a:lnTo>
                <a:lnTo>
                  <a:pt x="179148" y="6147798"/>
                </a:lnTo>
                <a:lnTo>
                  <a:pt x="154821" y="6185777"/>
                </a:lnTo>
                <a:lnTo>
                  <a:pt x="130191" y="6223542"/>
                </a:lnTo>
                <a:lnTo>
                  <a:pt x="105261" y="6261093"/>
                </a:lnTo>
                <a:lnTo>
                  <a:pt x="80032" y="6298426"/>
                </a:lnTo>
                <a:lnTo>
                  <a:pt x="54506" y="6335541"/>
                </a:lnTo>
                <a:lnTo>
                  <a:pt x="28685" y="6372436"/>
                </a:lnTo>
                <a:lnTo>
                  <a:pt x="2571" y="6409108"/>
                </a:lnTo>
                <a:lnTo>
                  <a:pt x="0" y="6412658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239" y="341719"/>
            <a:ext cx="4446493" cy="121580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62173" y="1632966"/>
            <a:ext cx="13315315" cy="10591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3835"/>
              </a:lnSpc>
              <a:spcBef>
                <a:spcPts val="90"/>
              </a:spcBef>
            </a:pP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Vel</a:t>
            </a:r>
            <a:r>
              <a:rPr sz="3200" b="0" spc="-9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Tech</a:t>
            </a:r>
            <a:r>
              <a:rPr sz="3200" b="0" spc="-9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Rangarajan</a:t>
            </a:r>
            <a:r>
              <a:rPr sz="3200" b="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Dr.</a:t>
            </a:r>
            <a:r>
              <a:rPr sz="3200" b="0" spc="-9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Sagunthala</a:t>
            </a:r>
            <a:r>
              <a:rPr sz="3200" b="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R&amp;D</a:t>
            </a:r>
            <a:r>
              <a:rPr sz="3200" b="0" spc="-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Institute</a:t>
            </a:r>
            <a:r>
              <a:rPr sz="3200" b="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200" b="0" spc="-9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Science</a:t>
            </a:r>
            <a:r>
              <a:rPr sz="3200" b="0" spc="-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and</a:t>
            </a:r>
            <a:r>
              <a:rPr sz="3200" b="0" spc="-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spc="-10" dirty="0">
                <a:solidFill>
                  <a:srgbClr val="000000"/>
                </a:solidFill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  <a:p>
            <a:pPr marL="5080" algn="ctr">
              <a:lnSpc>
                <a:spcPts val="4315"/>
              </a:lnSpc>
            </a:pPr>
            <a:r>
              <a:rPr sz="3600" b="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b="0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b="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b="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b="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48077" y="2515702"/>
            <a:ext cx="14479269" cy="481520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R="121920" algn="ctr">
              <a:lnSpc>
                <a:spcPct val="100000"/>
              </a:lnSpc>
              <a:spcBef>
                <a:spcPts val="1300"/>
              </a:spcBef>
            </a:pPr>
            <a:r>
              <a:rPr sz="3200" dirty="0">
                <a:latin typeface="Cambria"/>
                <a:cs typeface="Cambria"/>
              </a:rPr>
              <a:t>Department</a:t>
            </a:r>
            <a:r>
              <a:rPr sz="3200" spc="-7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of</a:t>
            </a:r>
            <a:r>
              <a:rPr sz="3200" spc="-10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Computer</a:t>
            </a:r>
            <a:r>
              <a:rPr sz="3200" spc="-10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Science</a:t>
            </a:r>
            <a:r>
              <a:rPr sz="3200" spc="-8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and</a:t>
            </a:r>
            <a:r>
              <a:rPr sz="3200" spc="-95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Engineering</a:t>
            </a:r>
            <a:endParaRPr sz="3200">
              <a:latin typeface="Cambria"/>
              <a:cs typeface="Cambria"/>
            </a:endParaRPr>
          </a:p>
          <a:p>
            <a:pPr marR="125095" algn="ctr">
              <a:lnSpc>
                <a:spcPct val="100000"/>
              </a:lnSpc>
              <a:spcBef>
                <a:spcPts val="1075"/>
              </a:spcBef>
            </a:pPr>
            <a:r>
              <a:rPr sz="2800" b="1" spc="225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spc="35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65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spc="33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60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spc="305" dirty="0">
                <a:solidFill>
                  <a:srgbClr val="0033CC"/>
                </a:solidFill>
                <a:latin typeface="Cambria"/>
                <a:cs typeface="Cambria"/>
              </a:rPr>
              <a:t> STACK</a:t>
            </a:r>
            <a:r>
              <a:rPr sz="2800" b="1" spc="32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0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spc="30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4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spc="29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40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>
              <a:latin typeface="Cambria"/>
              <a:cs typeface="Cambria"/>
            </a:endParaRPr>
          </a:p>
          <a:p>
            <a:pPr marR="119380" algn="ctr">
              <a:lnSpc>
                <a:spcPct val="100000"/>
              </a:lnSpc>
              <a:spcBef>
                <a:spcPts val="1580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3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sz="36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 –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50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3600">
              <a:latin typeface="Arial"/>
              <a:cs typeface="Arial"/>
            </a:endParaRPr>
          </a:p>
          <a:p>
            <a:pPr marR="117475" algn="ctr">
              <a:lnSpc>
                <a:spcPct val="100000"/>
              </a:lnSpc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16-04-2026</a:t>
            </a:r>
            <a:endParaRPr sz="3600">
              <a:latin typeface="Arial"/>
              <a:cs typeface="Arial"/>
            </a:endParaRPr>
          </a:p>
          <a:p>
            <a:pPr marL="3813810" marR="5080" indent="-3801745">
              <a:lnSpc>
                <a:spcPct val="100000"/>
              </a:lnSpc>
              <a:spcBef>
                <a:spcPts val="1005"/>
              </a:spcBef>
            </a:pP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Design</a:t>
            </a:r>
            <a:r>
              <a:rPr sz="3200" spc="-6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and</a:t>
            </a:r>
            <a:r>
              <a:rPr sz="3200" spc="-4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develop</a:t>
            </a:r>
            <a:r>
              <a:rPr sz="3200" spc="-9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a</a:t>
            </a:r>
            <a:r>
              <a:rPr sz="3200" spc="-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modern,</a:t>
            </a:r>
            <a:r>
              <a:rPr sz="3200"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clean,</a:t>
            </a:r>
            <a:r>
              <a:rPr sz="3200" spc="-5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and</a:t>
            </a:r>
            <a:r>
              <a:rPr sz="3200" spc="-6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responsive</a:t>
            </a:r>
            <a:r>
              <a:rPr sz="3200" spc="-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React</a:t>
            </a:r>
            <a:r>
              <a:rPr sz="3200" spc="-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JS</a:t>
            </a:r>
            <a:r>
              <a:rPr sz="3200" spc="-7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web</a:t>
            </a:r>
            <a:r>
              <a:rPr sz="3200" spc="-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application</a:t>
            </a:r>
            <a:r>
              <a:rPr sz="3200" spc="-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for</a:t>
            </a:r>
            <a:r>
              <a:rPr sz="3200" spc="-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33CC"/>
                </a:solidFill>
                <a:latin typeface="Times New Roman"/>
                <a:cs typeface="Times New Roman"/>
              </a:rPr>
              <a:t>Ticket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Booking</a:t>
            </a:r>
            <a:r>
              <a:rPr sz="3200" spc="-9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of</a:t>
            </a:r>
            <a:r>
              <a:rPr sz="3200" spc="-9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an</a:t>
            </a:r>
            <a:r>
              <a:rPr sz="3200" spc="-6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Internal</a:t>
            </a:r>
            <a:r>
              <a:rPr sz="3200" spc="-5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Department</a:t>
            </a:r>
            <a:r>
              <a:rPr sz="3200" spc="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33CC"/>
                </a:solidFill>
                <a:latin typeface="Times New Roman"/>
                <a:cs typeface="Times New Roman"/>
              </a:rPr>
              <a:t>Event.</a:t>
            </a:r>
            <a:endParaRPr sz="3200">
              <a:latin typeface="Times New Roman"/>
              <a:cs typeface="Times New Roman"/>
            </a:endParaRPr>
          </a:p>
          <a:p>
            <a:pPr marL="153035">
              <a:lnSpc>
                <a:spcPct val="100000"/>
              </a:lnSpc>
              <a:spcBef>
                <a:spcPts val="2605"/>
              </a:spcBef>
            </a:pPr>
            <a:r>
              <a:rPr sz="2000" dirty="0">
                <a:latin typeface="Cambria"/>
                <a:cs typeface="Cambria"/>
              </a:rPr>
              <a:t>SDG: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9-Industry,Innovation</a:t>
            </a:r>
            <a:r>
              <a:rPr sz="2000" spc="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Infrastructure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2718" y="7740680"/>
            <a:ext cx="7942682" cy="139846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3000" dirty="0">
                <a:latin typeface="Cambria"/>
                <a:cs typeface="Cambria"/>
              </a:rPr>
              <a:t>Presented</a:t>
            </a:r>
            <a:r>
              <a:rPr sz="3000" spc="-50" dirty="0">
                <a:latin typeface="Cambria"/>
                <a:cs typeface="Cambria"/>
              </a:rPr>
              <a:t> </a:t>
            </a:r>
            <a:r>
              <a:rPr sz="3000" spc="-25" dirty="0">
                <a:latin typeface="Cambria"/>
                <a:cs typeface="Cambria"/>
              </a:rPr>
              <a:t>By: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  <a:tabLst>
                <a:tab pos="2146300" algn="l"/>
              </a:tabLst>
            </a:pPr>
            <a:r>
              <a:rPr lang="en-US" sz="3000" dirty="0">
                <a:latin typeface="Cambria"/>
                <a:cs typeface="Cambria"/>
              </a:rPr>
              <a:t>N P V S GANESH</a:t>
            </a:r>
            <a:r>
              <a:rPr sz="3000" dirty="0">
                <a:latin typeface="Cambria"/>
                <a:cs typeface="Cambria"/>
              </a:rPr>
              <a:t>	–</a:t>
            </a:r>
            <a:r>
              <a:rPr sz="3000" spc="-6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VTU2</a:t>
            </a:r>
            <a:r>
              <a:rPr lang="en-US" sz="3000" dirty="0">
                <a:latin typeface="Cambria"/>
                <a:cs typeface="Cambria"/>
              </a:rPr>
              <a:t>6185</a:t>
            </a:r>
            <a:r>
              <a:rPr sz="3000" spc="-15" dirty="0">
                <a:latin typeface="Cambria"/>
                <a:cs typeface="Cambria"/>
              </a:rPr>
              <a:t> </a:t>
            </a:r>
            <a:r>
              <a:rPr sz="3000">
                <a:latin typeface="Cambria"/>
                <a:cs typeface="Cambria"/>
              </a:rPr>
              <a:t>–</a:t>
            </a:r>
            <a:r>
              <a:rPr sz="3000" spc="-65">
                <a:latin typeface="Cambria"/>
                <a:cs typeface="Cambria"/>
              </a:rPr>
              <a:t> </a:t>
            </a:r>
            <a:r>
              <a:rPr sz="3000" spc="-10">
                <a:latin typeface="Cambria"/>
                <a:cs typeface="Cambria"/>
              </a:rPr>
              <a:t>23UECSO1</a:t>
            </a:r>
            <a:r>
              <a:rPr lang="en-US" sz="3000" spc="-10">
                <a:latin typeface="Cambria"/>
                <a:cs typeface="Cambria"/>
              </a:rPr>
              <a:t>151</a:t>
            </a:r>
            <a:endParaRPr sz="30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25631" y="7758765"/>
            <a:ext cx="4267200" cy="2084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3000" dirty="0">
                <a:latin typeface="Cambria"/>
                <a:cs typeface="Cambria"/>
              </a:rPr>
              <a:t>Courses</a:t>
            </a:r>
            <a:r>
              <a:rPr sz="3000" spc="-3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Handling</a:t>
            </a:r>
            <a:r>
              <a:rPr sz="3000" spc="-30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Faculty: </a:t>
            </a:r>
            <a:r>
              <a:rPr sz="3000" dirty="0">
                <a:latin typeface="Cambria"/>
                <a:cs typeface="Cambria"/>
              </a:rPr>
              <a:t>Dr.M</a:t>
            </a:r>
            <a:r>
              <a:rPr sz="3000" spc="-35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MAGESHWARI. (TTS4041)</a:t>
            </a:r>
            <a:endParaRPr sz="3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7136" y="1950720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0"/>
                </a:moveTo>
                <a:lnTo>
                  <a:pt x="447599" y="2273"/>
                </a:lnTo>
                <a:lnTo>
                  <a:pt x="401181" y="8956"/>
                </a:lnTo>
                <a:lnTo>
                  <a:pt x="356254" y="19839"/>
                </a:lnTo>
                <a:lnTo>
                  <a:pt x="313025" y="34716"/>
                </a:lnTo>
                <a:lnTo>
                  <a:pt x="271701" y="53377"/>
                </a:lnTo>
                <a:lnTo>
                  <a:pt x="232490" y="75615"/>
                </a:lnTo>
                <a:lnTo>
                  <a:pt x="195600" y="101222"/>
                </a:lnTo>
                <a:lnTo>
                  <a:pt x="161238" y="129990"/>
                </a:lnTo>
                <a:lnTo>
                  <a:pt x="129612" y="161710"/>
                </a:lnTo>
                <a:lnTo>
                  <a:pt x="100929" y="196176"/>
                </a:lnTo>
                <a:lnTo>
                  <a:pt x="75397" y="233179"/>
                </a:lnTo>
                <a:lnTo>
                  <a:pt x="53224" y="272510"/>
                </a:lnTo>
                <a:lnTo>
                  <a:pt x="34617" y="313963"/>
                </a:lnTo>
                <a:lnTo>
                  <a:pt x="19783" y="357329"/>
                </a:lnTo>
                <a:lnTo>
                  <a:pt x="8931" y="402399"/>
                </a:lnTo>
                <a:lnTo>
                  <a:pt x="2267" y="448967"/>
                </a:lnTo>
                <a:lnTo>
                  <a:pt x="0" y="496824"/>
                </a:lnTo>
                <a:lnTo>
                  <a:pt x="2267" y="544680"/>
                </a:lnTo>
                <a:lnTo>
                  <a:pt x="8931" y="591248"/>
                </a:lnTo>
                <a:lnTo>
                  <a:pt x="19783" y="636318"/>
                </a:lnTo>
                <a:lnTo>
                  <a:pt x="34617" y="679684"/>
                </a:lnTo>
                <a:lnTo>
                  <a:pt x="53224" y="721137"/>
                </a:lnTo>
                <a:lnTo>
                  <a:pt x="75397" y="760468"/>
                </a:lnTo>
                <a:lnTo>
                  <a:pt x="100929" y="797471"/>
                </a:lnTo>
                <a:lnTo>
                  <a:pt x="129612" y="831937"/>
                </a:lnTo>
                <a:lnTo>
                  <a:pt x="161238" y="863657"/>
                </a:lnTo>
                <a:lnTo>
                  <a:pt x="195600" y="892425"/>
                </a:lnTo>
                <a:lnTo>
                  <a:pt x="232490" y="918032"/>
                </a:lnTo>
                <a:lnTo>
                  <a:pt x="271701" y="940270"/>
                </a:lnTo>
                <a:lnTo>
                  <a:pt x="313025" y="958931"/>
                </a:lnTo>
                <a:lnTo>
                  <a:pt x="356254" y="973808"/>
                </a:lnTo>
                <a:lnTo>
                  <a:pt x="401181" y="984691"/>
                </a:lnTo>
                <a:lnTo>
                  <a:pt x="447599" y="991374"/>
                </a:lnTo>
                <a:lnTo>
                  <a:pt x="495300" y="993648"/>
                </a:lnTo>
                <a:lnTo>
                  <a:pt x="543002" y="991374"/>
                </a:lnTo>
                <a:lnTo>
                  <a:pt x="589421" y="984691"/>
                </a:lnTo>
                <a:lnTo>
                  <a:pt x="634350" y="973808"/>
                </a:lnTo>
                <a:lnTo>
                  <a:pt x="677580" y="958931"/>
                </a:lnTo>
                <a:lnTo>
                  <a:pt x="718904" y="940270"/>
                </a:lnTo>
                <a:lnTo>
                  <a:pt x="758115" y="918032"/>
                </a:lnTo>
                <a:lnTo>
                  <a:pt x="795005" y="892425"/>
                </a:lnTo>
                <a:lnTo>
                  <a:pt x="829366" y="863657"/>
                </a:lnTo>
                <a:lnTo>
                  <a:pt x="860992" y="831937"/>
                </a:lnTo>
                <a:lnTo>
                  <a:pt x="889674" y="797471"/>
                </a:lnTo>
                <a:lnTo>
                  <a:pt x="915205" y="760468"/>
                </a:lnTo>
                <a:lnTo>
                  <a:pt x="937377" y="721137"/>
                </a:lnTo>
                <a:lnTo>
                  <a:pt x="955984" y="679684"/>
                </a:lnTo>
                <a:lnTo>
                  <a:pt x="970817" y="636318"/>
                </a:lnTo>
                <a:lnTo>
                  <a:pt x="981669" y="591248"/>
                </a:lnTo>
                <a:lnTo>
                  <a:pt x="988332" y="544680"/>
                </a:lnTo>
                <a:lnTo>
                  <a:pt x="990600" y="496824"/>
                </a:lnTo>
                <a:lnTo>
                  <a:pt x="988332" y="448967"/>
                </a:lnTo>
                <a:lnTo>
                  <a:pt x="981669" y="402399"/>
                </a:lnTo>
                <a:lnTo>
                  <a:pt x="970817" y="357329"/>
                </a:lnTo>
                <a:lnTo>
                  <a:pt x="955984" y="313963"/>
                </a:lnTo>
                <a:lnTo>
                  <a:pt x="937377" y="272510"/>
                </a:lnTo>
                <a:lnTo>
                  <a:pt x="915205" y="233179"/>
                </a:lnTo>
                <a:lnTo>
                  <a:pt x="889674" y="196176"/>
                </a:lnTo>
                <a:lnTo>
                  <a:pt x="860992" y="161710"/>
                </a:lnTo>
                <a:lnTo>
                  <a:pt x="829366" y="129990"/>
                </a:lnTo>
                <a:lnTo>
                  <a:pt x="795005" y="101222"/>
                </a:lnTo>
                <a:lnTo>
                  <a:pt x="758115" y="75615"/>
                </a:lnTo>
                <a:lnTo>
                  <a:pt x="718904" y="53377"/>
                </a:lnTo>
                <a:lnTo>
                  <a:pt x="677580" y="34716"/>
                </a:lnTo>
                <a:lnTo>
                  <a:pt x="634350" y="19839"/>
                </a:lnTo>
                <a:lnTo>
                  <a:pt x="589421" y="8956"/>
                </a:lnTo>
                <a:lnTo>
                  <a:pt x="543002" y="2273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94333" y="2175764"/>
            <a:ext cx="21717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1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9452" y="444855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7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7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8775" y="4555997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9452" y="310743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7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7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8775" y="3215767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9452" y="5116067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7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7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8775" y="5224652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9452" y="37779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7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7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8775" y="3885057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9452" y="6457188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7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7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49452" y="5786628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7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7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49452" y="7124700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7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7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49452" y="779221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7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7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8775" y="5894070"/>
            <a:ext cx="146050" cy="2291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32435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288794" y="2093163"/>
            <a:ext cx="14632940" cy="343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46990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web-</a:t>
            </a:r>
            <a:r>
              <a:rPr sz="3200" dirty="0">
                <a:latin typeface="Times New Roman"/>
                <a:cs typeface="Times New Roman"/>
              </a:rPr>
              <a:t>based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ticket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booking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application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internal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department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events.</a:t>
            </a:r>
            <a:endParaRPr sz="32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simplifies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digitizes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process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reserving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tickets.</a:t>
            </a:r>
            <a:endParaRPr sz="32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application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reduces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manual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errors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saves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time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registration.</a:t>
            </a:r>
            <a:endParaRPr sz="32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developed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using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React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building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dynamic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responsive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interface.</a:t>
            </a:r>
            <a:endParaRPr sz="3200">
              <a:latin typeface="Times New Roman"/>
              <a:cs typeface="Times New Roman"/>
            </a:endParaRPr>
          </a:p>
          <a:p>
            <a:pPr marL="469900" marR="1716405" indent="-457834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features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like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listing,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ticket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selection,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booking confirmation.</a:t>
            </a:r>
            <a:endParaRPr sz="32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application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ensures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modern,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clean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design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works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smoothly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across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devices.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10183" y="2648711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599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97381" y="2871978"/>
            <a:ext cx="21717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2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2500" y="443026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32128" y="4537075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32128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32128" y="5202377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2500" y="376275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32128" y="3871086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32128" y="6534657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32128" y="586836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32128" y="7202551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32128" y="7870317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203644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7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013710" y="1989200"/>
            <a:ext cx="11765280" cy="53905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0"/>
              </a:spcBef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Lack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centralized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managing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registrations.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High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chances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human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errors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like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duplicate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incorrect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entries.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No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real-</a:t>
            </a:r>
            <a:r>
              <a:rPr sz="3200" dirty="0">
                <a:latin typeface="Times New Roman"/>
                <a:cs typeface="Times New Roman"/>
              </a:rPr>
              <a:t>time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tracking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ticket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availability.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Poor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experience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due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outdated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non-responsive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methods.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Difficulty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handling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large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numbers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registrations.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Lack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secure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storage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management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data.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No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proper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booking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confirmation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receipt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generation.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Limited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accessibility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across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different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devices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platforms.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Manual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ticket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booking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process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time-</a:t>
            </a:r>
            <a:r>
              <a:rPr sz="3200" dirty="0">
                <a:latin typeface="Times New Roman"/>
                <a:cs typeface="Times New Roman"/>
              </a:rPr>
              <a:t>consuming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inefficient.</a:t>
            </a:r>
            <a:endParaRPr sz="320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3200" dirty="0">
                <a:latin typeface="Times New Roman"/>
                <a:cs typeface="Times New Roman"/>
              </a:rPr>
              <a:t>Difficulty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managing,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updating,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maintaining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booking records.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3316223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599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7381" y="3539744"/>
            <a:ext cx="21717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3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443026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32128" y="4537075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32128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32128" y="5202377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2500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32128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32128" y="6534657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32128" y="586836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32128" y="7202551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32128" y="7870317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34328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OBJECTIVE(S)</a:t>
            </a: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729229" y="1933194"/>
            <a:ext cx="11722735" cy="5878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900" marR="992505" indent="-457200">
              <a:lnSpc>
                <a:spcPct val="100000"/>
              </a:lnSpc>
              <a:spcBef>
                <a:spcPts val="90"/>
              </a:spcBef>
              <a:buFont typeface="Wingdings"/>
              <a:buChar char=""/>
              <a:tabLst>
                <a:tab pos="469900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develop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modern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responsive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web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application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ticket booking.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simplify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automate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registration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process.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user-</a:t>
            </a:r>
            <a:r>
              <a:rPr sz="3200" dirty="0">
                <a:latin typeface="Times New Roman"/>
                <a:cs typeface="Times New Roman"/>
              </a:rPr>
              <a:t>friendly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interface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easy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navigation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booking.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ensure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real-</a:t>
            </a:r>
            <a:r>
              <a:rPr sz="3200" dirty="0">
                <a:latin typeface="Times New Roman"/>
                <a:cs typeface="Times New Roman"/>
              </a:rPr>
              <a:t>time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ticket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availability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booking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updates.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reduce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manual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errors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improve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accuracy.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allow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efficient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management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details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bookings.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ensure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accessibility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across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multiple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devices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screen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sizes.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instant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booking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confirmation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users.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secure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storage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management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information.</a:t>
            </a:r>
            <a:endParaRPr sz="3200">
              <a:latin typeface="Times New Roman"/>
              <a:cs typeface="Times New Roman"/>
            </a:endParaRPr>
          </a:p>
          <a:p>
            <a:pPr marL="469900" marR="165735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improve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overall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efficiency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experience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event management.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3983735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599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7381" y="4207510"/>
            <a:ext cx="21717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4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32128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32128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32128" y="5202377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2500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32128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32128" y="6534657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32128" y="586836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32128" y="7202551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32128" y="7870317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257619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225" dirty="0"/>
              <a:t> </a:t>
            </a:r>
            <a:r>
              <a:rPr spc="-10" dirty="0"/>
              <a:t>SYSTEM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874011" y="2693034"/>
            <a:ext cx="15009494" cy="4902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35280" indent="-325755">
              <a:lnSpc>
                <a:spcPct val="100000"/>
              </a:lnSpc>
              <a:spcBef>
                <a:spcPts val="90"/>
              </a:spcBef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proposed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web-</a:t>
            </a:r>
            <a:r>
              <a:rPr sz="3200" dirty="0">
                <a:latin typeface="Times New Roman"/>
                <a:cs typeface="Times New Roman"/>
              </a:rPr>
              <a:t>based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ticket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booking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application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developed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using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React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JS.</a:t>
            </a:r>
            <a:endParaRPr sz="3200">
              <a:latin typeface="Times New Roman"/>
              <a:cs typeface="Times New Roman"/>
            </a:endParaRPr>
          </a:p>
          <a:p>
            <a:pPr marL="335280" indent="-325120">
              <a:lnSpc>
                <a:spcPct val="100000"/>
              </a:lnSpc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provides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centralized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platform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managing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internal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department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registrations.</a:t>
            </a:r>
            <a:endParaRPr sz="3200">
              <a:latin typeface="Times New Roman"/>
              <a:cs typeface="Times New Roman"/>
            </a:endParaRPr>
          </a:p>
          <a:p>
            <a:pPr marL="335280" indent="-325755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allows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view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details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book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tickets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online</a:t>
            </a:r>
            <a:endParaRPr sz="3200">
              <a:latin typeface="Times New Roman"/>
              <a:cs typeface="Times New Roman"/>
            </a:endParaRPr>
          </a:p>
          <a:p>
            <a:pPr marL="335280" indent="-325120">
              <a:lnSpc>
                <a:spcPct val="100000"/>
              </a:lnSpc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offers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real-</a:t>
            </a:r>
            <a:r>
              <a:rPr sz="3200" dirty="0">
                <a:latin typeface="Times New Roman"/>
                <a:cs typeface="Times New Roman"/>
              </a:rPr>
              <a:t>time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ticket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availability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instant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booking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confirmation.</a:t>
            </a:r>
            <a:endParaRPr sz="3200">
              <a:latin typeface="Times New Roman"/>
              <a:cs typeface="Times New Roman"/>
            </a:endParaRPr>
          </a:p>
          <a:p>
            <a:pPr marL="335280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application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features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clean,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modern,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responsive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interface.</a:t>
            </a:r>
            <a:endParaRPr sz="3200">
              <a:latin typeface="Times New Roman"/>
              <a:cs typeface="Times New Roman"/>
            </a:endParaRPr>
          </a:p>
          <a:p>
            <a:pPr marL="335280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ensures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secure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handling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storage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booking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data.</a:t>
            </a:r>
            <a:endParaRPr sz="3200">
              <a:latin typeface="Times New Roman"/>
              <a:cs typeface="Times New Roman"/>
            </a:endParaRPr>
          </a:p>
          <a:p>
            <a:pPr marL="335280" indent="-325755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reduces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manual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work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minimizes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human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errors.</a:t>
            </a:r>
            <a:endParaRPr sz="3200">
              <a:latin typeface="Times New Roman"/>
              <a:cs typeface="Times New Roman"/>
            </a:endParaRPr>
          </a:p>
          <a:p>
            <a:pPr marL="335280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supports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efficient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management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events,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users,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bookings.</a:t>
            </a:r>
            <a:endParaRPr sz="3200">
              <a:latin typeface="Times New Roman"/>
              <a:cs typeface="Times New Roman"/>
            </a:endParaRPr>
          </a:p>
          <a:p>
            <a:pPr marL="335280" indent="-325120">
              <a:lnSpc>
                <a:spcPct val="100000"/>
              </a:lnSpc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application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accessible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across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devices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such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mobile,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tablet,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desktop.</a:t>
            </a:r>
            <a:endParaRPr sz="3200">
              <a:latin typeface="Times New Roman"/>
              <a:cs typeface="Times New Roman"/>
            </a:endParaRPr>
          </a:p>
          <a:p>
            <a:pPr marL="335280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improves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overall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efficiency,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transparency,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experience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ticket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booking.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4654296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0"/>
                </a:moveTo>
                <a:lnTo>
                  <a:pt x="447599" y="2273"/>
                </a:lnTo>
                <a:lnTo>
                  <a:pt x="401181" y="8956"/>
                </a:lnTo>
                <a:lnTo>
                  <a:pt x="356254" y="19839"/>
                </a:lnTo>
                <a:lnTo>
                  <a:pt x="313025" y="34716"/>
                </a:lnTo>
                <a:lnTo>
                  <a:pt x="271701" y="53377"/>
                </a:lnTo>
                <a:lnTo>
                  <a:pt x="232490" y="75615"/>
                </a:lnTo>
                <a:lnTo>
                  <a:pt x="195600" y="101222"/>
                </a:lnTo>
                <a:lnTo>
                  <a:pt x="161238" y="129990"/>
                </a:lnTo>
                <a:lnTo>
                  <a:pt x="129612" y="161710"/>
                </a:lnTo>
                <a:lnTo>
                  <a:pt x="100929" y="196176"/>
                </a:lnTo>
                <a:lnTo>
                  <a:pt x="75397" y="233179"/>
                </a:lnTo>
                <a:lnTo>
                  <a:pt x="53224" y="272510"/>
                </a:lnTo>
                <a:lnTo>
                  <a:pt x="34617" y="313963"/>
                </a:lnTo>
                <a:lnTo>
                  <a:pt x="19783" y="357329"/>
                </a:lnTo>
                <a:lnTo>
                  <a:pt x="8931" y="402399"/>
                </a:lnTo>
                <a:lnTo>
                  <a:pt x="2267" y="448967"/>
                </a:lnTo>
                <a:lnTo>
                  <a:pt x="0" y="496824"/>
                </a:lnTo>
                <a:lnTo>
                  <a:pt x="2267" y="544680"/>
                </a:lnTo>
                <a:lnTo>
                  <a:pt x="8931" y="591248"/>
                </a:lnTo>
                <a:lnTo>
                  <a:pt x="19783" y="636318"/>
                </a:lnTo>
                <a:lnTo>
                  <a:pt x="34617" y="679684"/>
                </a:lnTo>
                <a:lnTo>
                  <a:pt x="53224" y="721137"/>
                </a:lnTo>
                <a:lnTo>
                  <a:pt x="75397" y="760468"/>
                </a:lnTo>
                <a:lnTo>
                  <a:pt x="100929" y="797471"/>
                </a:lnTo>
                <a:lnTo>
                  <a:pt x="129612" y="831937"/>
                </a:lnTo>
                <a:lnTo>
                  <a:pt x="161238" y="863657"/>
                </a:lnTo>
                <a:lnTo>
                  <a:pt x="195600" y="892425"/>
                </a:lnTo>
                <a:lnTo>
                  <a:pt x="232490" y="918032"/>
                </a:lnTo>
                <a:lnTo>
                  <a:pt x="271701" y="940270"/>
                </a:lnTo>
                <a:lnTo>
                  <a:pt x="313025" y="958931"/>
                </a:lnTo>
                <a:lnTo>
                  <a:pt x="356254" y="973808"/>
                </a:lnTo>
                <a:lnTo>
                  <a:pt x="401181" y="984691"/>
                </a:lnTo>
                <a:lnTo>
                  <a:pt x="447599" y="991374"/>
                </a:lnTo>
                <a:lnTo>
                  <a:pt x="495300" y="993648"/>
                </a:lnTo>
                <a:lnTo>
                  <a:pt x="543002" y="991374"/>
                </a:lnTo>
                <a:lnTo>
                  <a:pt x="589421" y="984691"/>
                </a:lnTo>
                <a:lnTo>
                  <a:pt x="634350" y="973808"/>
                </a:lnTo>
                <a:lnTo>
                  <a:pt x="677580" y="958931"/>
                </a:lnTo>
                <a:lnTo>
                  <a:pt x="718904" y="940270"/>
                </a:lnTo>
                <a:lnTo>
                  <a:pt x="758115" y="918032"/>
                </a:lnTo>
                <a:lnTo>
                  <a:pt x="795005" y="892425"/>
                </a:lnTo>
                <a:lnTo>
                  <a:pt x="829366" y="863657"/>
                </a:lnTo>
                <a:lnTo>
                  <a:pt x="860992" y="831937"/>
                </a:lnTo>
                <a:lnTo>
                  <a:pt x="889674" y="797471"/>
                </a:lnTo>
                <a:lnTo>
                  <a:pt x="915205" y="760468"/>
                </a:lnTo>
                <a:lnTo>
                  <a:pt x="937377" y="721137"/>
                </a:lnTo>
                <a:lnTo>
                  <a:pt x="955984" y="679684"/>
                </a:lnTo>
                <a:lnTo>
                  <a:pt x="970817" y="636318"/>
                </a:lnTo>
                <a:lnTo>
                  <a:pt x="981669" y="591248"/>
                </a:lnTo>
                <a:lnTo>
                  <a:pt x="988332" y="544680"/>
                </a:lnTo>
                <a:lnTo>
                  <a:pt x="990599" y="496824"/>
                </a:lnTo>
                <a:lnTo>
                  <a:pt x="988332" y="448967"/>
                </a:lnTo>
                <a:lnTo>
                  <a:pt x="981669" y="402399"/>
                </a:lnTo>
                <a:lnTo>
                  <a:pt x="970817" y="357329"/>
                </a:lnTo>
                <a:lnTo>
                  <a:pt x="955984" y="313963"/>
                </a:lnTo>
                <a:lnTo>
                  <a:pt x="937377" y="272510"/>
                </a:lnTo>
                <a:lnTo>
                  <a:pt x="915205" y="233179"/>
                </a:lnTo>
                <a:lnTo>
                  <a:pt x="889674" y="196176"/>
                </a:lnTo>
                <a:lnTo>
                  <a:pt x="860992" y="161710"/>
                </a:lnTo>
                <a:lnTo>
                  <a:pt x="829366" y="129990"/>
                </a:lnTo>
                <a:lnTo>
                  <a:pt x="795005" y="101222"/>
                </a:lnTo>
                <a:lnTo>
                  <a:pt x="758115" y="75615"/>
                </a:lnTo>
                <a:lnTo>
                  <a:pt x="718904" y="53377"/>
                </a:lnTo>
                <a:lnTo>
                  <a:pt x="677580" y="34716"/>
                </a:lnTo>
                <a:lnTo>
                  <a:pt x="634350" y="19839"/>
                </a:lnTo>
                <a:lnTo>
                  <a:pt x="589421" y="8956"/>
                </a:lnTo>
                <a:lnTo>
                  <a:pt x="543002" y="2273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7381" y="4879669"/>
            <a:ext cx="217170" cy="4394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5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3320796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32128" y="3428746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8820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32128" y="2094992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39883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32128" y="4096638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2500" y="265328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32128" y="276098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2500" y="643280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2500" y="576529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32128" y="5873622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2500" y="70911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2500" y="775868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32128" y="6539610"/>
            <a:ext cx="146050" cy="1611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3378901" y="-257556"/>
            <a:ext cx="5166995" cy="1879600"/>
            <a:chOff x="13378901" y="-257556"/>
            <a:chExt cx="5166995" cy="1879600"/>
          </a:xfrm>
        </p:grpSpPr>
        <p:sp>
          <p:nvSpPr>
            <p:cNvPr id="19" name="object 19"/>
            <p:cNvSpPr/>
            <p:nvPr/>
          </p:nvSpPr>
          <p:spPr>
            <a:xfrm>
              <a:off x="13636457" y="0"/>
              <a:ext cx="4652010" cy="1363980"/>
            </a:xfrm>
            <a:custGeom>
              <a:avLst/>
              <a:gdLst/>
              <a:ahLst/>
              <a:cxnLst/>
              <a:rect l="l" t="t" r="r" b="b"/>
              <a:pathLst>
                <a:path w="4652009" h="1363980">
                  <a:moveTo>
                    <a:pt x="4651543" y="1268136"/>
                  </a:moveTo>
                  <a:lnTo>
                    <a:pt x="4571495" y="1282690"/>
                  </a:lnTo>
                  <a:lnTo>
                    <a:pt x="4525276" y="1290513"/>
                  </a:lnTo>
                  <a:lnTo>
                    <a:pt x="4478927" y="1297951"/>
                  </a:lnTo>
                  <a:lnTo>
                    <a:pt x="4432450" y="1305002"/>
                  </a:lnTo>
                  <a:lnTo>
                    <a:pt x="4385846" y="1311664"/>
                  </a:lnTo>
                  <a:lnTo>
                    <a:pt x="4339117" y="1317935"/>
                  </a:lnTo>
                  <a:lnTo>
                    <a:pt x="4292266" y="1323814"/>
                  </a:lnTo>
                  <a:lnTo>
                    <a:pt x="4245293" y="1329299"/>
                  </a:lnTo>
                  <a:lnTo>
                    <a:pt x="4198200" y="1334388"/>
                  </a:lnTo>
                  <a:lnTo>
                    <a:pt x="4150989" y="1339080"/>
                  </a:lnTo>
                  <a:lnTo>
                    <a:pt x="4103661" y="1343373"/>
                  </a:lnTo>
                  <a:lnTo>
                    <a:pt x="4056220" y="1347265"/>
                  </a:lnTo>
                  <a:lnTo>
                    <a:pt x="4008665" y="1350755"/>
                  </a:lnTo>
                  <a:lnTo>
                    <a:pt x="3960999" y="1353841"/>
                  </a:lnTo>
                  <a:lnTo>
                    <a:pt x="3913223" y="1356520"/>
                  </a:lnTo>
                  <a:lnTo>
                    <a:pt x="3865340" y="1358792"/>
                  </a:lnTo>
                  <a:lnTo>
                    <a:pt x="3817351" y="1360655"/>
                  </a:lnTo>
                  <a:lnTo>
                    <a:pt x="3769257" y="1362107"/>
                  </a:lnTo>
                  <a:lnTo>
                    <a:pt x="3721061" y="1363146"/>
                  </a:lnTo>
                  <a:lnTo>
                    <a:pt x="3672763" y="1363771"/>
                  </a:lnTo>
                  <a:lnTo>
                    <a:pt x="3624367" y="1363979"/>
                  </a:lnTo>
                  <a:lnTo>
                    <a:pt x="3575970" y="1363771"/>
                  </a:lnTo>
                  <a:lnTo>
                    <a:pt x="3527672" y="1363146"/>
                  </a:lnTo>
                  <a:lnTo>
                    <a:pt x="3479476" y="1362107"/>
                  </a:lnTo>
                  <a:lnTo>
                    <a:pt x="3431382" y="1360655"/>
                  </a:lnTo>
                  <a:lnTo>
                    <a:pt x="3383393" y="1358792"/>
                  </a:lnTo>
                  <a:lnTo>
                    <a:pt x="3335510" y="1356520"/>
                  </a:lnTo>
                  <a:lnTo>
                    <a:pt x="3287734" y="1353841"/>
                  </a:lnTo>
                  <a:lnTo>
                    <a:pt x="3240068" y="1350755"/>
                  </a:lnTo>
                  <a:lnTo>
                    <a:pt x="3192514" y="1347265"/>
                  </a:lnTo>
                  <a:lnTo>
                    <a:pt x="3145072" y="1343373"/>
                  </a:lnTo>
                  <a:lnTo>
                    <a:pt x="3097744" y="1339080"/>
                  </a:lnTo>
                  <a:lnTo>
                    <a:pt x="3050534" y="1334388"/>
                  </a:lnTo>
                  <a:lnTo>
                    <a:pt x="3003441" y="1329299"/>
                  </a:lnTo>
                  <a:lnTo>
                    <a:pt x="2956467" y="1323814"/>
                  </a:lnTo>
                  <a:lnTo>
                    <a:pt x="2909616" y="1317935"/>
                  </a:lnTo>
                  <a:lnTo>
                    <a:pt x="2862887" y="1311664"/>
                  </a:lnTo>
                  <a:lnTo>
                    <a:pt x="2816283" y="1305002"/>
                  </a:lnTo>
                  <a:lnTo>
                    <a:pt x="2769806" y="1297951"/>
                  </a:lnTo>
                  <a:lnTo>
                    <a:pt x="2723457" y="1290513"/>
                  </a:lnTo>
                  <a:lnTo>
                    <a:pt x="2677238" y="1282690"/>
                  </a:lnTo>
                  <a:lnTo>
                    <a:pt x="2631151" y="1274483"/>
                  </a:lnTo>
                  <a:lnTo>
                    <a:pt x="2585196" y="1265894"/>
                  </a:lnTo>
                  <a:lnTo>
                    <a:pt x="2539377" y="1256925"/>
                  </a:lnTo>
                  <a:lnTo>
                    <a:pt x="2493695" y="1247577"/>
                  </a:lnTo>
                  <a:lnTo>
                    <a:pt x="2448151" y="1237852"/>
                  </a:lnTo>
                  <a:lnTo>
                    <a:pt x="2402748" y="1227752"/>
                  </a:lnTo>
                  <a:lnTo>
                    <a:pt x="2357486" y="1217278"/>
                  </a:lnTo>
                  <a:lnTo>
                    <a:pt x="2312368" y="1206433"/>
                  </a:lnTo>
                  <a:lnTo>
                    <a:pt x="2267395" y="1195217"/>
                  </a:lnTo>
                  <a:lnTo>
                    <a:pt x="2222569" y="1183633"/>
                  </a:lnTo>
                  <a:lnTo>
                    <a:pt x="2177891" y="1171683"/>
                  </a:lnTo>
                  <a:lnTo>
                    <a:pt x="2133364" y="1159367"/>
                  </a:lnTo>
                  <a:lnTo>
                    <a:pt x="2088990" y="1146688"/>
                  </a:lnTo>
                  <a:lnTo>
                    <a:pt x="2044769" y="1133648"/>
                  </a:lnTo>
                  <a:lnTo>
                    <a:pt x="2000703" y="1120247"/>
                  </a:lnTo>
                  <a:lnTo>
                    <a:pt x="1956795" y="1106489"/>
                  </a:lnTo>
                  <a:lnTo>
                    <a:pt x="1913045" y="1092374"/>
                  </a:lnTo>
                  <a:lnTo>
                    <a:pt x="1869456" y="1077904"/>
                  </a:lnTo>
                  <a:lnTo>
                    <a:pt x="1826030" y="1063081"/>
                  </a:lnTo>
                  <a:lnTo>
                    <a:pt x="1782767" y="1047907"/>
                  </a:lnTo>
                  <a:lnTo>
                    <a:pt x="1739670" y="1032383"/>
                  </a:lnTo>
                  <a:lnTo>
                    <a:pt x="1696741" y="1016511"/>
                  </a:lnTo>
                  <a:lnTo>
                    <a:pt x="1653981" y="1000292"/>
                  </a:lnTo>
                  <a:lnTo>
                    <a:pt x="1611391" y="983730"/>
                  </a:lnTo>
                  <a:lnTo>
                    <a:pt x="1568974" y="966824"/>
                  </a:lnTo>
                  <a:lnTo>
                    <a:pt x="1526731" y="949577"/>
                  </a:lnTo>
                  <a:lnTo>
                    <a:pt x="1484665" y="931991"/>
                  </a:lnTo>
                  <a:lnTo>
                    <a:pt x="1442775" y="914067"/>
                  </a:lnTo>
                  <a:lnTo>
                    <a:pt x="1401066" y="895807"/>
                  </a:lnTo>
                  <a:lnTo>
                    <a:pt x="1359537" y="877213"/>
                  </a:lnTo>
                  <a:lnTo>
                    <a:pt x="1318191" y="858286"/>
                  </a:lnTo>
                  <a:lnTo>
                    <a:pt x="1277029" y="839028"/>
                  </a:lnTo>
                  <a:lnTo>
                    <a:pt x="1236054" y="819441"/>
                  </a:lnTo>
                  <a:lnTo>
                    <a:pt x="1195266" y="799526"/>
                  </a:lnTo>
                  <a:lnTo>
                    <a:pt x="1154668" y="779285"/>
                  </a:lnTo>
                  <a:lnTo>
                    <a:pt x="1114261" y="758721"/>
                  </a:lnTo>
                  <a:lnTo>
                    <a:pt x="1074048" y="737834"/>
                  </a:lnTo>
                  <a:lnTo>
                    <a:pt x="1034028" y="716626"/>
                  </a:lnTo>
                  <a:lnTo>
                    <a:pt x="994206" y="695099"/>
                  </a:lnTo>
                  <a:lnTo>
                    <a:pt x="954581" y="673255"/>
                  </a:lnTo>
                  <a:lnTo>
                    <a:pt x="915156" y="651095"/>
                  </a:lnTo>
                  <a:lnTo>
                    <a:pt x="875933" y="628622"/>
                  </a:lnTo>
                  <a:lnTo>
                    <a:pt x="836912" y="605836"/>
                  </a:lnTo>
                  <a:lnTo>
                    <a:pt x="798097" y="582740"/>
                  </a:lnTo>
                  <a:lnTo>
                    <a:pt x="759488" y="559335"/>
                  </a:lnTo>
                  <a:lnTo>
                    <a:pt x="721088" y="535623"/>
                  </a:lnTo>
                  <a:lnTo>
                    <a:pt x="682897" y="511605"/>
                  </a:lnTo>
                  <a:lnTo>
                    <a:pt x="644918" y="487284"/>
                  </a:lnTo>
                  <a:lnTo>
                    <a:pt x="607153" y="462661"/>
                  </a:lnTo>
                  <a:lnTo>
                    <a:pt x="569603" y="437737"/>
                  </a:lnTo>
                  <a:lnTo>
                    <a:pt x="532269" y="412515"/>
                  </a:lnTo>
                  <a:lnTo>
                    <a:pt x="495154" y="386996"/>
                  </a:lnTo>
                  <a:lnTo>
                    <a:pt x="458260" y="361182"/>
                  </a:lnTo>
                  <a:lnTo>
                    <a:pt x="421587" y="335075"/>
                  </a:lnTo>
                  <a:lnTo>
                    <a:pt x="385138" y="308676"/>
                  </a:lnTo>
                  <a:lnTo>
                    <a:pt x="348914" y="281986"/>
                  </a:lnTo>
                  <a:lnTo>
                    <a:pt x="312917" y="255009"/>
                  </a:lnTo>
                  <a:lnTo>
                    <a:pt x="277149" y="227744"/>
                  </a:lnTo>
                  <a:lnTo>
                    <a:pt x="241611" y="200195"/>
                  </a:lnTo>
                  <a:lnTo>
                    <a:pt x="206306" y="172362"/>
                  </a:lnTo>
                  <a:lnTo>
                    <a:pt x="171234" y="144248"/>
                  </a:lnTo>
                  <a:lnTo>
                    <a:pt x="136398" y="115855"/>
                  </a:lnTo>
                  <a:lnTo>
                    <a:pt x="101799" y="87183"/>
                  </a:lnTo>
                  <a:lnTo>
                    <a:pt x="67439" y="58234"/>
                  </a:lnTo>
                  <a:lnTo>
                    <a:pt x="33320" y="29011"/>
                  </a:lnTo>
                  <a:lnTo>
                    <a:pt x="0" y="0"/>
                  </a:lnTo>
                </a:path>
              </a:pathLst>
            </a:custGeom>
            <a:ln w="515112">
              <a:solidFill>
                <a:srgbClr val="FC61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12896" y="911352"/>
              <a:ext cx="947928" cy="234696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75" dirty="0"/>
              <a:t> </a:t>
            </a:r>
            <a:r>
              <a:rPr dirty="0"/>
              <a:t>SYSTEM</a:t>
            </a:r>
            <a:r>
              <a:rPr spc="-19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32059" y="2758727"/>
            <a:ext cx="6484609" cy="5111813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2026157" y="2455926"/>
            <a:ext cx="9244965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75945" indent="-34480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interact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web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browser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mobile device.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Wingdings"/>
              <a:buChar char="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frontend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React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responsive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-10" dirty="0">
                <a:latin typeface="Times New Roman"/>
                <a:cs typeface="Times New Roman"/>
              </a:rPr>
              <a:t> interface.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Wingdings"/>
              <a:buChar char="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backend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handles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business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requests.</a:t>
            </a:r>
            <a:endParaRPr sz="2400">
              <a:latin typeface="Times New Roman"/>
              <a:cs typeface="Times New Roman"/>
            </a:endParaRPr>
          </a:p>
          <a:p>
            <a:pPr marL="356235" indent="-343535">
              <a:lnSpc>
                <a:spcPct val="100000"/>
              </a:lnSpc>
              <a:buFont typeface="Wingdings"/>
              <a:buChar char=""/>
              <a:tabLst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APIs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communication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frontend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backend.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database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(MySQL)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event,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booking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Wingdings"/>
              <a:buChar char="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real-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updates.</a:t>
            </a:r>
            <a:endParaRPr sz="2400">
              <a:latin typeface="Times New Roman"/>
              <a:cs typeface="Times New Roman"/>
            </a:endParaRPr>
          </a:p>
          <a:p>
            <a:pPr marL="356235" indent="-343535">
              <a:lnSpc>
                <a:spcPct val="100000"/>
              </a:lnSpc>
              <a:buFont typeface="Wingdings"/>
              <a:buChar char=""/>
              <a:tabLst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Secure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handling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validation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implemented.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Wingdings"/>
              <a:buChar char="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architecture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supports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scalability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users.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Wingdings"/>
              <a:buChar char="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consists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frontend,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backend,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database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layers.</a:t>
            </a:r>
            <a:endParaRPr sz="2400">
              <a:latin typeface="Times New Roman"/>
              <a:cs typeface="Times New Roman"/>
            </a:endParaRPr>
          </a:p>
          <a:p>
            <a:pPr marL="356235" indent="-343535">
              <a:lnSpc>
                <a:spcPct val="100000"/>
              </a:lnSpc>
              <a:buFont typeface="Wingdings"/>
              <a:buChar char=""/>
              <a:tabLst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frontend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backend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database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back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5318759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4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8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4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3899" y="5543169"/>
            <a:ext cx="21717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6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8341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341" y="4091381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8341" y="6534657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8341" y="4759274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8341" y="7202551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9932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8341" y="7870317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22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441194" y="1888363"/>
            <a:ext cx="10102215" cy="1307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7505" marR="5080" indent="-344805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workflow</a:t>
            </a:r>
            <a:r>
              <a:rPr sz="2800" spc="3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</a:t>
            </a:r>
            <a:r>
              <a:rPr sz="2800" spc="3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3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begins</a:t>
            </a:r>
            <a:r>
              <a:rPr sz="2800" spc="3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when</a:t>
            </a:r>
            <a:r>
              <a:rPr sz="2800" spc="3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5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user </a:t>
            </a:r>
            <a:r>
              <a:rPr sz="2800" dirty="0">
                <a:latin typeface="Times New Roman"/>
                <a:cs typeface="Times New Roman"/>
              </a:rPr>
              <a:t>accesses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web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application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browser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mobile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device.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0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displays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list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available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events,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allowing</a:t>
            </a:r>
            <a:r>
              <a:rPr sz="2800" spc="1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0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204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to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85998" y="3168472"/>
            <a:ext cx="975423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86510" algn="l"/>
                <a:tab pos="2042795" algn="l"/>
                <a:tab pos="3094355" algn="l"/>
                <a:tab pos="3496310" algn="l"/>
                <a:tab pos="5048250" algn="l"/>
                <a:tab pos="6148705" algn="l"/>
                <a:tab pos="7145655" algn="l"/>
                <a:tab pos="8620760" algn="l"/>
              </a:tabLst>
            </a:pPr>
            <a:r>
              <a:rPr sz="2800" spc="-10" dirty="0">
                <a:latin typeface="Times New Roman"/>
                <a:cs typeface="Times New Roman"/>
              </a:rPr>
              <a:t>browse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select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preferred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event.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Once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selected,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detailed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41194" y="3595878"/>
            <a:ext cx="10100945" cy="5148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7505" marR="7620" algn="just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latin typeface="Times New Roman"/>
                <a:cs typeface="Times New Roman"/>
              </a:rPr>
              <a:t>information</a:t>
            </a:r>
            <a:r>
              <a:rPr sz="2800" spc="1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about</a:t>
            </a:r>
            <a:r>
              <a:rPr sz="2800" spc="1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1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1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10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date,</a:t>
            </a:r>
            <a:r>
              <a:rPr sz="2800" spc="1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time,</a:t>
            </a:r>
            <a:r>
              <a:rPr sz="2800" spc="1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1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venue</a:t>
            </a:r>
            <a:r>
              <a:rPr sz="2800" spc="114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is </a:t>
            </a:r>
            <a:r>
              <a:rPr sz="2800" spc="-10" dirty="0">
                <a:latin typeface="Times New Roman"/>
                <a:cs typeface="Times New Roman"/>
              </a:rPr>
              <a:t>presented.</a:t>
            </a:r>
            <a:endParaRPr sz="2800">
              <a:latin typeface="Times New Roman"/>
              <a:cs typeface="Times New Roman"/>
            </a:endParaRPr>
          </a:p>
          <a:p>
            <a:pPr marL="357505" marR="6350" indent="-344805" algn="just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then proceeds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 choose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tickets required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fills</a:t>
            </a:r>
            <a:r>
              <a:rPr sz="2800" spc="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form  with</a:t>
            </a:r>
            <a:r>
              <a:rPr sz="2800" spc="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necessary  details</a:t>
            </a:r>
            <a:r>
              <a:rPr sz="2800" spc="1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like</a:t>
            </a:r>
            <a:r>
              <a:rPr sz="2800" spc="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name</a:t>
            </a:r>
            <a:r>
              <a:rPr sz="2800" spc="20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contact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information.</a:t>
            </a:r>
            <a:r>
              <a:rPr sz="2800" spc="2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After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submitting</a:t>
            </a:r>
            <a:r>
              <a:rPr sz="2800" spc="3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form,</a:t>
            </a:r>
            <a:r>
              <a:rPr sz="2800" spc="3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2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checks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availability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tickets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real-time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ensure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accurate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booking.</a:t>
            </a:r>
            <a:endParaRPr sz="2800">
              <a:latin typeface="Times New Roman"/>
              <a:cs typeface="Times New Roman"/>
            </a:endParaRPr>
          </a:p>
          <a:p>
            <a:pPr marL="357505" marR="5080" indent="-344805" algn="just">
              <a:lnSpc>
                <a:spcPct val="100000"/>
              </a:lnSpc>
              <a:buFont typeface="Wingdings"/>
              <a:buChar char=""/>
              <a:tabLst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tickets</a:t>
            </a:r>
            <a:r>
              <a:rPr sz="2800" spc="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available,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confirms</a:t>
            </a:r>
            <a:r>
              <a:rPr sz="2800" spc="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stores </a:t>
            </a:r>
            <a:r>
              <a:rPr sz="2800" dirty="0">
                <a:latin typeface="Times New Roman"/>
                <a:cs typeface="Times New Roman"/>
              </a:rPr>
              <a:t>the  user</a:t>
            </a:r>
            <a:r>
              <a:rPr sz="2800" spc="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details</a:t>
            </a:r>
            <a:r>
              <a:rPr sz="2800" spc="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database.</a:t>
            </a:r>
            <a:r>
              <a:rPr sz="2800" spc="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Following</a:t>
            </a:r>
            <a:r>
              <a:rPr sz="2800" spc="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this,</a:t>
            </a:r>
            <a:r>
              <a:rPr sz="2800" spc="15" dirty="0">
                <a:latin typeface="Times New Roman"/>
                <a:cs typeface="Times New Roman"/>
              </a:rPr>
              <a:t>  </a:t>
            </a:r>
            <a:r>
              <a:rPr sz="2800" spc="-50" dirty="0">
                <a:latin typeface="Times New Roman"/>
                <a:cs typeface="Times New Roman"/>
              </a:rPr>
              <a:t>a </a:t>
            </a:r>
            <a:r>
              <a:rPr sz="2800" dirty="0">
                <a:latin typeface="Times New Roman"/>
                <a:cs typeface="Times New Roman"/>
              </a:rPr>
              <a:t>confirmation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2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generated,</a:t>
            </a:r>
            <a:r>
              <a:rPr sz="2800" spc="2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2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25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receipt</a:t>
            </a:r>
            <a:r>
              <a:rPr sz="2800" spc="2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2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displayed</a:t>
            </a:r>
            <a:r>
              <a:rPr sz="2800" spc="2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22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sent</a:t>
            </a:r>
            <a:r>
              <a:rPr sz="2800" spc="2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2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18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via</a:t>
            </a:r>
            <a:r>
              <a:rPr sz="2800" spc="18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email.</a:t>
            </a:r>
            <a:r>
              <a:rPr sz="2800" spc="18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Finally,</a:t>
            </a:r>
            <a:r>
              <a:rPr sz="2800" spc="18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7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19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ends</a:t>
            </a:r>
            <a:r>
              <a:rPr sz="2800" spc="18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17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85" dirty="0">
                <a:latin typeface="Times New Roman"/>
                <a:cs typeface="Times New Roman"/>
              </a:rPr>
              <a:t>  </a:t>
            </a:r>
            <a:r>
              <a:rPr sz="2800" spc="-10" dirty="0">
                <a:latin typeface="Times New Roman"/>
                <a:cs typeface="Times New Roman"/>
              </a:rPr>
              <a:t>successful </a:t>
            </a:r>
            <a:r>
              <a:rPr sz="2800" dirty="0">
                <a:latin typeface="Times New Roman"/>
                <a:cs typeface="Times New Roman"/>
              </a:rPr>
              <a:t>completion</a:t>
            </a:r>
            <a:r>
              <a:rPr sz="2800" spc="4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4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4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</a:t>
            </a:r>
            <a:r>
              <a:rPr sz="2800" spc="48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booking,</a:t>
            </a:r>
            <a:r>
              <a:rPr sz="2800" spc="4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4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4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4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5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later</a:t>
            </a:r>
            <a:r>
              <a:rPr sz="2800" spc="4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view</a:t>
            </a:r>
            <a:r>
              <a:rPr sz="2800" spc="484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or </a:t>
            </a:r>
            <a:r>
              <a:rPr sz="2800" dirty="0">
                <a:latin typeface="Times New Roman"/>
                <a:cs typeface="Times New Roman"/>
              </a:rPr>
              <a:t>manage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needed.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15216" y="1719072"/>
            <a:ext cx="4925568" cy="73883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5977128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4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8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4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3899" y="6201231"/>
            <a:ext cx="217170" cy="4394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7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8341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341" y="4091381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8341" y="5427040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8341" y="4759274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9932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58341" y="7202551"/>
            <a:ext cx="146050" cy="95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2185670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245" dirty="0"/>
              <a:t> </a:t>
            </a:r>
            <a:r>
              <a:rPr spc="-20" dirty="0"/>
              <a:t>USED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217801" y="2343353"/>
            <a:ext cx="13541375" cy="4902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469900" algn="l"/>
              </a:tabLst>
            </a:pPr>
            <a:r>
              <a:rPr sz="3200" b="1" dirty="0">
                <a:latin typeface="Times New Roman"/>
                <a:cs typeface="Times New Roman"/>
              </a:rPr>
              <a:t>React</a:t>
            </a:r>
            <a:r>
              <a:rPr sz="3200" b="1" spc="-6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JS</a:t>
            </a:r>
            <a:r>
              <a:rPr sz="3200" b="1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build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dynamic, responsive,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interactive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interface.</a:t>
            </a:r>
            <a:endParaRPr sz="32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3200" b="1" dirty="0">
                <a:latin typeface="Times New Roman"/>
                <a:cs typeface="Times New Roman"/>
              </a:rPr>
              <a:t>HTML5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Provides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basic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structure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web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application.</a:t>
            </a:r>
            <a:endParaRPr sz="32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3200" b="1" dirty="0">
                <a:latin typeface="Times New Roman"/>
                <a:cs typeface="Times New Roman"/>
              </a:rPr>
              <a:t>CSS3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styling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designing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clean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modern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layout.</a:t>
            </a:r>
            <a:endParaRPr sz="32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sz="3200" b="1" dirty="0">
                <a:latin typeface="Times New Roman"/>
                <a:cs typeface="Times New Roman"/>
              </a:rPr>
              <a:t>JavaScript</a:t>
            </a:r>
            <a:r>
              <a:rPr sz="3200" b="1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Handles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client-</a:t>
            </a:r>
            <a:r>
              <a:rPr sz="3200" dirty="0">
                <a:latin typeface="Times New Roman"/>
                <a:cs typeface="Times New Roman"/>
              </a:rPr>
              <a:t>side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logic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interactions.</a:t>
            </a:r>
            <a:endParaRPr sz="32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3200" b="1" dirty="0">
                <a:latin typeface="Times New Roman"/>
                <a:cs typeface="Times New Roman"/>
              </a:rPr>
              <a:t>Node.js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backend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development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server-</a:t>
            </a:r>
            <a:r>
              <a:rPr sz="3200" dirty="0">
                <a:latin typeface="Times New Roman"/>
                <a:cs typeface="Times New Roman"/>
              </a:rPr>
              <a:t>side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processing.</a:t>
            </a:r>
            <a:endParaRPr sz="32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3200" b="1" dirty="0">
                <a:latin typeface="Times New Roman"/>
                <a:cs typeface="Times New Roman"/>
              </a:rPr>
              <a:t>Express.js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Framework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build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RESTful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APIs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server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routes.</a:t>
            </a:r>
            <a:endParaRPr sz="32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3200" b="1" dirty="0">
                <a:latin typeface="Times New Roman"/>
                <a:cs typeface="Times New Roman"/>
              </a:rPr>
              <a:t>MySQL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Database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store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event,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booking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information.</a:t>
            </a:r>
            <a:endParaRPr sz="32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3200" b="1" dirty="0">
                <a:latin typeface="Times New Roman"/>
                <a:cs typeface="Times New Roman"/>
              </a:rPr>
              <a:t>REST</a:t>
            </a:r>
            <a:r>
              <a:rPr sz="3200" b="1" spc="-8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API</a:t>
            </a:r>
            <a:r>
              <a:rPr sz="3200" b="1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Enables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communication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between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frontend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backend.</a:t>
            </a:r>
            <a:endParaRPr sz="32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sz="3200" b="1" dirty="0">
                <a:latin typeface="Times New Roman"/>
                <a:cs typeface="Times New Roman"/>
              </a:rPr>
              <a:t>Git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&amp;</a:t>
            </a:r>
            <a:r>
              <a:rPr sz="3200" b="1" spc="-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GitHub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version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control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project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management.</a:t>
            </a:r>
            <a:endParaRPr sz="32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3200" b="1" dirty="0">
                <a:latin typeface="Times New Roman"/>
                <a:cs typeface="Times New Roman"/>
              </a:rPr>
              <a:t>VS</a:t>
            </a:r>
            <a:r>
              <a:rPr sz="3200" b="1" spc="-8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Code</a:t>
            </a:r>
            <a:r>
              <a:rPr sz="3200" b="1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Development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environment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write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code.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3899" y="6878828"/>
            <a:ext cx="21717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8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8341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341" y="4091381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8341" y="5427040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8341" y="4759274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59877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8341" y="6094933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9932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8341" y="7870317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7175"/>
            <a:ext cx="947928" cy="237744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17170908" y="1997626"/>
            <a:ext cx="1117600" cy="6645909"/>
          </a:xfrm>
          <a:custGeom>
            <a:avLst/>
            <a:gdLst/>
            <a:ahLst/>
            <a:cxnLst/>
            <a:rect l="l" t="t" r="r" b="b"/>
            <a:pathLst>
              <a:path w="1117600" h="6645909">
                <a:moveTo>
                  <a:pt x="1117092" y="6645314"/>
                </a:moveTo>
                <a:lnTo>
                  <a:pt x="1082279" y="6599038"/>
                </a:lnTo>
                <a:lnTo>
                  <a:pt x="1055582" y="6562804"/>
                </a:lnTo>
                <a:lnTo>
                  <a:pt x="1029176" y="6526345"/>
                </a:lnTo>
                <a:lnTo>
                  <a:pt x="1003062" y="6489662"/>
                </a:lnTo>
                <a:lnTo>
                  <a:pt x="977241" y="6452757"/>
                </a:lnTo>
                <a:lnTo>
                  <a:pt x="951715" y="6415632"/>
                </a:lnTo>
                <a:lnTo>
                  <a:pt x="926486" y="6378288"/>
                </a:lnTo>
                <a:lnTo>
                  <a:pt x="901556" y="6340728"/>
                </a:lnTo>
                <a:lnTo>
                  <a:pt x="876926" y="6302952"/>
                </a:lnTo>
                <a:lnTo>
                  <a:pt x="852599" y="6264963"/>
                </a:lnTo>
                <a:lnTo>
                  <a:pt x="828575" y="6226762"/>
                </a:lnTo>
                <a:lnTo>
                  <a:pt x="804856" y="6188350"/>
                </a:lnTo>
                <a:lnTo>
                  <a:pt x="781445" y="6149731"/>
                </a:lnTo>
                <a:lnTo>
                  <a:pt x="758342" y="6110905"/>
                </a:lnTo>
                <a:lnTo>
                  <a:pt x="735551" y="6071874"/>
                </a:lnTo>
                <a:lnTo>
                  <a:pt x="713071" y="6032639"/>
                </a:lnTo>
                <a:lnTo>
                  <a:pt x="690906" y="5993204"/>
                </a:lnTo>
                <a:lnTo>
                  <a:pt x="669056" y="5953568"/>
                </a:lnTo>
                <a:lnTo>
                  <a:pt x="647523" y="5913734"/>
                </a:lnTo>
                <a:lnTo>
                  <a:pt x="626310" y="5873704"/>
                </a:lnTo>
                <a:lnTo>
                  <a:pt x="605417" y="5833479"/>
                </a:lnTo>
                <a:lnTo>
                  <a:pt x="584847" y="5793061"/>
                </a:lnTo>
                <a:lnTo>
                  <a:pt x="564601" y="5752451"/>
                </a:lnTo>
                <a:lnTo>
                  <a:pt x="544681" y="5711652"/>
                </a:lnTo>
                <a:lnTo>
                  <a:pt x="525089" y="5670665"/>
                </a:lnTo>
                <a:lnTo>
                  <a:pt x="505826" y="5629492"/>
                </a:lnTo>
                <a:lnTo>
                  <a:pt x="486894" y="5588135"/>
                </a:lnTo>
                <a:lnTo>
                  <a:pt x="468295" y="5546594"/>
                </a:lnTo>
                <a:lnTo>
                  <a:pt x="450030" y="5504873"/>
                </a:lnTo>
                <a:lnTo>
                  <a:pt x="432101" y="5462972"/>
                </a:lnTo>
                <a:lnTo>
                  <a:pt x="414510" y="5420893"/>
                </a:lnTo>
                <a:lnTo>
                  <a:pt x="397259" y="5378639"/>
                </a:lnTo>
                <a:lnTo>
                  <a:pt x="380349" y="5336210"/>
                </a:lnTo>
                <a:lnTo>
                  <a:pt x="363782" y="5293608"/>
                </a:lnTo>
                <a:lnTo>
                  <a:pt x="347559" y="5250836"/>
                </a:lnTo>
                <a:lnTo>
                  <a:pt x="331683" y="5207894"/>
                </a:lnTo>
                <a:lnTo>
                  <a:pt x="316155" y="5164785"/>
                </a:lnTo>
                <a:lnTo>
                  <a:pt x="300977" y="5121511"/>
                </a:lnTo>
                <a:lnTo>
                  <a:pt x="286150" y="5078072"/>
                </a:lnTo>
                <a:lnTo>
                  <a:pt x="271676" y="5034471"/>
                </a:lnTo>
                <a:lnTo>
                  <a:pt x="257557" y="4990709"/>
                </a:lnTo>
                <a:lnTo>
                  <a:pt x="243795" y="4946788"/>
                </a:lnTo>
                <a:lnTo>
                  <a:pt x="230391" y="4902710"/>
                </a:lnTo>
                <a:lnTo>
                  <a:pt x="217347" y="4858476"/>
                </a:lnTo>
                <a:lnTo>
                  <a:pt x="204665" y="4814089"/>
                </a:lnTo>
                <a:lnTo>
                  <a:pt x="192346" y="4769549"/>
                </a:lnTo>
                <a:lnTo>
                  <a:pt x="180392" y="4724859"/>
                </a:lnTo>
                <a:lnTo>
                  <a:pt x="168806" y="4680021"/>
                </a:lnTo>
                <a:lnTo>
                  <a:pt x="157587" y="4635035"/>
                </a:lnTo>
                <a:lnTo>
                  <a:pt x="146739" y="4589904"/>
                </a:lnTo>
                <a:lnTo>
                  <a:pt x="136262" y="4544629"/>
                </a:lnTo>
                <a:lnTo>
                  <a:pt x="126160" y="4499212"/>
                </a:lnTo>
                <a:lnTo>
                  <a:pt x="116432" y="4453655"/>
                </a:lnTo>
                <a:lnTo>
                  <a:pt x="107082" y="4407960"/>
                </a:lnTo>
                <a:lnTo>
                  <a:pt x="98110" y="4362128"/>
                </a:lnTo>
                <a:lnTo>
                  <a:pt x="89519" y="4316161"/>
                </a:lnTo>
                <a:lnTo>
                  <a:pt x="81310" y="4270060"/>
                </a:lnTo>
                <a:lnTo>
                  <a:pt x="73485" y="4223828"/>
                </a:lnTo>
                <a:lnTo>
                  <a:pt x="66045" y="4177465"/>
                </a:lnTo>
                <a:lnTo>
                  <a:pt x="58992" y="4130975"/>
                </a:lnTo>
                <a:lnTo>
                  <a:pt x="52329" y="4084357"/>
                </a:lnTo>
                <a:lnTo>
                  <a:pt x="46056" y="4037615"/>
                </a:lnTo>
                <a:lnTo>
                  <a:pt x="40176" y="3990750"/>
                </a:lnTo>
                <a:lnTo>
                  <a:pt x="34689" y="3943763"/>
                </a:lnTo>
                <a:lnTo>
                  <a:pt x="29598" y="3896657"/>
                </a:lnTo>
                <a:lnTo>
                  <a:pt x="24905" y="3849432"/>
                </a:lnTo>
                <a:lnTo>
                  <a:pt x="20611" y="3802091"/>
                </a:lnTo>
                <a:lnTo>
                  <a:pt x="16718" y="3754636"/>
                </a:lnTo>
                <a:lnTo>
                  <a:pt x="13227" y="3707067"/>
                </a:lnTo>
                <a:lnTo>
                  <a:pt x="10141" y="3659387"/>
                </a:lnTo>
                <a:lnTo>
                  <a:pt x="7461" y="3611598"/>
                </a:lnTo>
                <a:lnTo>
                  <a:pt x="5188" y="3563701"/>
                </a:lnTo>
                <a:lnTo>
                  <a:pt x="3325" y="3515697"/>
                </a:lnTo>
                <a:lnTo>
                  <a:pt x="1872" y="3467590"/>
                </a:lnTo>
                <a:lnTo>
                  <a:pt x="833" y="3419379"/>
                </a:lnTo>
                <a:lnTo>
                  <a:pt x="208" y="3371068"/>
                </a:lnTo>
                <a:lnTo>
                  <a:pt x="0" y="3322657"/>
                </a:lnTo>
                <a:lnTo>
                  <a:pt x="208" y="3274246"/>
                </a:lnTo>
                <a:lnTo>
                  <a:pt x="833" y="3225934"/>
                </a:lnTo>
                <a:lnTo>
                  <a:pt x="1872" y="3177724"/>
                </a:lnTo>
                <a:lnTo>
                  <a:pt x="3325" y="3129616"/>
                </a:lnTo>
                <a:lnTo>
                  <a:pt x="5188" y="3081613"/>
                </a:lnTo>
                <a:lnTo>
                  <a:pt x="7461" y="3033716"/>
                </a:lnTo>
                <a:lnTo>
                  <a:pt x="10141" y="2985926"/>
                </a:lnTo>
                <a:lnTo>
                  <a:pt x="13227" y="2938246"/>
                </a:lnTo>
                <a:lnTo>
                  <a:pt x="16718" y="2890678"/>
                </a:lnTo>
                <a:lnTo>
                  <a:pt x="20611" y="2843222"/>
                </a:lnTo>
                <a:lnTo>
                  <a:pt x="24905" y="2795881"/>
                </a:lnTo>
                <a:lnTo>
                  <a:pt x="29598" y="2748657"/>
                </a:lnTo>
                <a:lnTo>
                  <a:pt x="34689" y="2701550"/>
                </a:lnTo>
                <a:lnTo>
                  <a:pt x="40176" y="2654563"/>
                </a:lnTo>
                <a:lnTo>
                  <a:pt x="46056" y="2607698"/>
                </a:lnTo>
                <a:lnTo>
                  <a:pt x="52329" y="2560956"/>
                </a:lnTo>
                <a:lnTo>
                  <a:pt x="58992" y="2514339"/>
                </a:lnTo>
                <a:lnTo>
                  <a:pt x="66045" y="2467848"/>
                </a:lnTo>
                <a:lnTo>
                  <a:pt x="73485" y="2421486"/>
                </a:lnTo>
                <a:lnTo>
                  <a:pt x="81310" y="2375253"/>
                </a:lnTo>
                <a:lnTo>
                  <a:pt x="89519" y="2329153"/>
                </a:lnTo>
                <a:lnTo>
                  <a:pt x="98110" y="2283186"/>
                </a:lnTo>
                <a:lnTo>
                  <a:pt x="107082" y="2237353"/>
                </a:lnTo>
                <a:lnTo>
                  <a:pt x="116432" y="2191658"/>
                </a:lnTo>
                <a:lnTo>
                  <a:pt x="126160" y="2146101"/>
                </a:lnTo>
                <a:lnTo>
                  <a:pt x="136262" y="2100685"/>
                </a:lnTo>
                <a:lnTo>
                  <a:pt x="146739" y="2055410"/>
                </a:lnTo>
                <a:lnTo>
                  <a:pt x="157587" y="2010279"/>
                </a:lnTo>
                <a:lnTo>
                  <a:pt x="168806" y="1965293"/>
                </a:lnTo>
                <a:lnTo>
                  <a:pt x="180392" y="1920454"/>
                </a:lnTo>
                <a:lnTo>
                  <a:pt x="192346" y="1875764"/>
                </a:lnTo>
                <a:lnTo>
                  <a:pt x="204665" y="1831225"/>
                </a:lnTo>
                <a:lnTo>
                  <a:pt x="217347" y="1786837"/>
                </a:lnTo>
                <a:lnTo>
                  <a:pt x="230391" y="1742604"/>
                </a:lnTo>
                <a:lnTo>
                  <a:pt x="243795" y="1698525"/>
                </a:lnTo>
                <a:lnTo>
                  <a:pt x="257557" y="1654605"/>
                </a:lnTo>
                <a:lnTo>
                  <a:pt x="271676" y="1610843"/>
                </a:lnTo>
                <a:lnTo>
                  <a:pt x="286150" y="1567242"/>
                </a:lnTo>
                <a:lnTo>
                  <a:pt x="300977" y="1523803"/>
                </a:lnTo>
                <a:lnTo>
                  <a:pt x="316155" y="1480528"/>
                </a:lnTo>
                <a:lnTo>
                  <a:pt x="331683" y="1437419"/>
                </a:lnTo>
                <a:lnTo>
                  <a:pt x="347559" y="1394478"/>
                </a:lnTo>
                <a:lnTo>
                  <a:pt x="363782" y="1351705"/>
                </a:lnTo>
                <a:lnTo>
                  <a:pt x="380349" y="1309104"/>
                </a:lnTo>
                <a:lnTo>
                  <a:pt x="397259" y="1266675"/>
                </a:lnTo>
                <a:lnTo>
                  <a:pt x="414510" y="1224420"/>
                </a:lnTo>
                <a:lnTo>
                  <a:pt x="432101" y="1182342"/>
                </a:lnTo>
                <a:lnTo>
                  <a:pt x="450030" y="1140441"/>
                </a:lnTo>
                <a:lnTo>
                  <a:pt x="468295" y="1098719"/>
                </a:lnTo>
                <a:lnTo>
                  <a:pt x="486894" y="1057179"/>
                </a:lnTo>
                <a:lnTo>
                  <a:pt x="505826" y="1015821"/>
                </a:lnTo>
                <a:lnTo>
                  <a:pt x="525089" y="974648"/>
                </a:lnTo>
                <a:lnTo>
                  <a:pt x="544681" y="933661"/>
                </a:lnTo>
                <a:lnTo>
                  <a:pt x="564601" y="892862"/>
                </a:lnTo>
                <a:lnTo>
                  <a:pt x="584847" y="852253"/>
                </a:lnTo>
                <a:lnTo>
                  <a:pt x="605417" y="811835"/>
                </a:lnTo>
                <a:lnTo>
                  <a:pt x="626310" y="771610"/>
                </a:lnTo>
                <a:lnTo>
                  <a:pt x="647523" y="731579"/>
                </a:lnTo>
                <a:lnTo>
                  <a:pt x="669056" y="691746"/>
                </a:lnTo>
                <a:lnTo>
                  <a:pt x="690906" y="652110"/>
                </a:lnTo>
                <a:lnTo>
                  <a:pt x="713071" y="612674"/>
                </a:lnTo>
                <a:lnTo>
                  <a:pt x="735551" y="573440"/>
                </a:lnTo>
                <a:lnTo>
                  <a:pt x="758342" y="534409"/>
                </a:lnTo>
                <a:lnTo>
                  <a:pt x="781445" y="495582"/>
                </a:lnTo>
                <a:lnTo>
                  <a:pt x="804856" y="456963"/>
                </a:lnTo>
                <a:lnTo>
                  <a:pt x="828575" y="418552"/>
                </a:lnTo>
                <a:lnTo>
                  <a:pt x="852599" y="380351"/>
                </a:lnTo>
                <a:lnTo>
                  <a:pt x="876926" y="342362"/>
                </a:lnTo>
                <a:lnTo>
                  <a:pt x="901556" y="304586"/>
                </a:lnTo>
                <a:lnTo>
                  <a:pt x="926486" y="267025"/>
                </a:lnTo>
                <a:lnTo>
                  <a:pt x="951715" y="229681"/>
                </a:lnTo>
                <a:lnTo>
                  <a:pt x="977241" y="192556"/>
                </a:lnTo>
                <a:lnTo>
                  <a:pt x="1003062" y="155651"/>
                </a:lnTo>
                <a:lnTo>
                  <a:pt x="1029176" y="118968"/>
                </a:lnTo>
                <a:lnTo>
                  <a:pt x="1055582" y="82509"/>
                </a:lnTo>
                <a:lnTo>
                  <a:pt x="1082279" y="46275"/>
                </a:lnTo>
                <a:lnTo>
                  <a:pt x="1109264" y="10269"/>
                </a:lnTo>
                <a:lnTo>
                  <a:pt x="1117092" y="0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2002789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30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571369" y="2337943"/>
            <a:ext cx="12204065" cy="587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6870" algn="l"/>
              </a:tabLst>
            </a:pPr>
            <a:r>
              <a:rPr sz="2400" b="1" dirty="0">
                <a:latin typeface="Times New Roman"/>
                <a:cs typeface="Times New Roman"/>
              </a:rPr>
              <a:t>User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Module</a:t>
            </a:r>
            <a:endParaRPr sz="2400">
              <a:latin typeface="Times New Roman"/>
              <a:cs typeface="Times New Roman"/>
            </a:endParaRPr>
          </a:p>
          <a:p>
            <a:pPr marL="356870" marR="70929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module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manages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user-</a:t>
            </a:r>
            <a:r>
              <a:rPr sz="2400" dirty="0">
                <a:latin typeface="Times New Roman"/>
                <a:cs typeface="Times New Roman"/>
              </a:rPr>
              <a:t>related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functionalities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registration,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login,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profile </a:t>
            </a:r>
            <a:r>
              <a:rPr sz="2400" dirty="0">
                <a:latin typeface="Times New Roman"/>
                <a:cs typeface="Times New Roman"/>
              </a:rPr>
              <a:t>management.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only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authenticated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booking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system. It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also </a:t>
            </a:r>
            <a:r>
              <a:rPr sz="2400" dirty="0">
                <a:latin typeface="Times New Roman"/>
                <a:cs typeface="Times New Roman"/>
              </a:rPr>
              <a:t>stores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details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securely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personalized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experience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10" dirty="0">
                <a:latin typeface="Times New Roman"/>
                <a:cs typeface="Times New Roman"/>
              </a:rPr>
              <a:t> user.</a:t>
            </a:r>
            <a:endParaRPr sz="2400">
              <a:latin typeface="Times New Roman"/>
              <a:cs typeface="Times New Roman"/>
            </a:endParaRPr>
          </a:p>
          <a:p>
            <a:pPr marL="356235" indent="-343535">
              <a:lnSpc>
                <a:spcPct val="100000"/>
              </a:lnSpc>
              <a:buFont typeface="Wingdings"/>
              <a:buChar char=""/>
              <a:tabLst>
                <a:tab pos="356235" algn="l"/>
              </a:tabLst>
            </a:pPr>
            <a:r>
              <a:rPr sz="2400" b="1" dirty="0">
                <a:latin typeface="Times New Roman"/>
                <a:cs typeface="Times New Roman"/>
              </a:rPr>
              <a:t>Event </a:t>
            </a:r>
            <a:r>
              <a:rPr sz="2400" b="1" spc="-10" dirty="0">
                <a:latin typeface="Times New Roman"/>
                <a:cs typeface="Times New Roman"/>
              </a:rPr>
              <a:t>Module</a:t>
            </a:r>
            <a:endParaRPr sz="2400">
              <a:latin typeface="Times New Roman"/>
              <a:cs typeface="Times New Roman"/>
            </a:endParaRPr>
          </a:p>
          <a:p>
            <a:pPr marL="356870" marR="42164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module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responsible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creating,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updating,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displaying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information.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 </a:t>
            </a:r>
            <a:r>
              <a:rPr sz="2400" dirty="0">
                <a:latin typeface="Times New Roman"/>
                <a:cs typeface="Times New Roman"/>
              </a:rPr>
              <a:t>includes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details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name,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date,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venue,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available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tickets.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module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ensures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easily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browse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interest.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Wingdings"/>
              <a:buChar char=""/>
              <a:tabLst>
                <a:tab pos="356870" algn="l"/>
              </a:tabLst>
            </a:pPr>
            <a:r>
              <a:rPr sz="2400" b="1" dirty="0">
                <a:latin typeface="Times New Roman"/>
                <a:cs typeface="Times New Roman"/>
              </a:rPr>
              <a:t>Booking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Module</a:t>
            </a:r>
            <a:endParaRPr sz="2400">
              <a:latin typeface="Times New Roman"/>
              <a:cs typeface="Times New Roman"/>
            </a:endParaRPr>
          </a:p>
          <a:p>
            <a:pPr marL="356870" marR="508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module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handles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ticket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booking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process.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tickets, </a:t>
            </a:r>
            <a:r>
              <a:rPr sz="2400" dirty="0">
                <a:latin typeface="Times New Roman"/>
                <a:cs typeface="Times New Roman"/>
              </a:rPr>
              <a:t>enter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details,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confirm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booking.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checks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ticket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availability,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processes</a:t>
            </a:r>
            <a:r>
              <a:rPr sz="2400" spc="-25" dirty="0">
                <a:latin typeface="Times New Roman"/>
                <a:cs typeface="Times New Roman"/>
              </a:rPr>
              <a:t> the </a:t>
            </a:r>
            <a:r>
              <a:rPr sz="2400" dirty="0">
                <a:latin typeface="Times New Roman"/>
                <a:cs typeface="Times New Roman"/>
              </a:rPr>
              <a:t>request,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generates booking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confirmation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after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successful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completion.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Wingdings"/>
              <a:buChar char=""/>
              <a:tabLst>
                <a:tab pos="356870" algn="l"/>
              </a:tabLst>
            </a:pPr>
            <a:r>
              <a:rPr sz="2400" b="1" dirty="0">
                <a:latin typeface="Times New Roman"/>
                <a:cs typeface="Times New Roman"/>
              </a:rPr>
              <a:t>Admin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Module</a:t>
            </a:r>
            <a:endParaRPr sz="2400">
              <a:latin typeface="Times New Roman"/>
              <a:cs typeface="Times New Roman"/>
            </a:endParaRPr>
          </a:p>
          <a:p>
            <a:pPr marL="356870" marR="68072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admin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module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manage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entire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system.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Administrators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</a:t>
            </a:r>
            <a:r>
              <a:rPr sz="2400" spc="-25" dirty="0">
                <a:latin typeface="Times New Roman"/>
                <a:cs typeface="Times New Roman"/>
              </a:rPr>
              <a:t> or </a:t>
            </a:r>
            <a:r>
              <a:rPr sz="2400" dirty="0">
                <a:latin typeface="Times New Roman"/>
                <a:cs typeface="Times New Roman"/>
              </a:rPr>
              <a:t>modify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events,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monitor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bookings, 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manage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helps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maintaining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 </a:t>
            </a:r>
            <a:r>
              <a:rPr sz="2400" dirty="0">
                <a:latin typeface="Times New Roman"/>
                <a:cs typeface="Times New Roman"/>
              </a:rPr>
              <a:t>efficiently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smooth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operation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application.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8341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532028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9932" y="59877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79932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32738" y="4091381"/>
            <a:ext cx="194945" cy="406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solidFill>
                  <a:srgbClr val="001F5F"/>
                </a:solidFill>
                <a:latin typeface="Arial"/>
                <a:cs typeface="Arial"/>
              </a:rPr>
              <a:t>8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60"/>
              </a:spcBef>
            </a:pPr>
            <a:endParaRPr sz="2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7175"/>
            <a:ext cx="947928" cy="237744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7170908" y="1997626"/>
            <a:ext cx="1117600" cy="6645909"/>
          </a:xfrm>
          <a:custGeom>
            <a:avLst/>
            <a:gdLst/>
            <a:ahLst/>
            <a:cxnLst/>
            <a:rect l="l" t="t" r="r" b="b"/>
            <a:pathLst>
              <a:path w="1117600" h="6645909">
                <a:moveTo>
                  <a:pt x="1117092" y="6645314"/>
                </a:moveTo>
                <a:lnTo>
                  <a:pt x="1082279" y="6599038"/>
                </a:lnTo>
                <a:lnTo>
                  <a:pt x="1055582" y="6562804"/>
                </a:lnTo>
                <a:lnTo>
                  <a:pt x="1029176" y="6526345"/>
                </a:lnTo>
                <a:lnTo>
                  <a:pt x="1003062" y="6489662"/>
                </a:lnTo>
                <a:lnTo>
                  <a:pt x="977241" y="6452757"/>
                </a:lnTo>
                <a:lnTo>
                  <a:pt x="951715" y="6415632"/>
                </a:lnTo>
                <a:lnTo>
                  <a:pt x="926486" y="6378288"/>
                </a:lnTo>
                <a:lnTo>
                  <a:pt x="901556" y="6340728"/>
                </a:lnTo>
                <a:lnTo>
                  <a:pt x="876926" y="6302952"/>
                </a:lnTo>
                <a:lnTo>
                  <a:pt x="852599" y="6264963"/>
                </a:lnTo>
                <a:lnTo>
                  <a:pt x="828575" y="6226762"/>
                </a:lnTo>
                <a:lnTo>
                  <a:pt x="804856" y="6188350"/>
                </a:lnTo>
                <a:lnTo>
                  <a:pt x="781445" y="6149731"/>
                </a:lnTo>
                <a:lnTo>
                  <a:pt x="758342" y="6110905"/>
                </a:lnTo>
                <a:lnTo>
                  <a:pt x="735551" y="6071874"/>
                </a:lnTo>
                <a:lnTo>
                  <a:pt x="713071" y="6032639"/>
                </a:lnTo>
                <a:lnTo>
                  <a:pt x="690906" y="5993204"/>
                </a:lnTo>
                <a:lnTo>
                  <a:pt x="669056" y="5953568"/>
                </a:lnTo>
                <a:lnTo>
                  <a:pt x="647523" y="5913734"/>
                </a:lnTo>
                <a:lnTo>
                  <a:pt x="626310" y="5873704"/>
                </a:lnTo>
                <a:lnTo>
                  <a:pt x="605417" y="5833479"/>
                </a:lnTo>
                <a:lnTo>
                  <a:pt x="584847" y="5793061"/>
                </a:lnTo>
                <a:lnTo>
                  <a:pt x="564601" y="5752451"/>
                </a:lnTo>
                <a:lnTo>
                  <a:pt x="544681" y="5711652"/>
                </a:lnTo>
                <a:lnTo>
                  <a:pt x="525089" y="5670665"/>
                </a:lnTo>
                <a:lnTo>
                  <a:pt x="505826" y="5629492"/>
                </a:lnTo>
                <a:lnTo>
                  <a:pt x="486894" y="5588135"/>
                </a:lnTo>
                <a:lnTo>
                  <a:pt x="468295" y="5546594"/>
                </a:lnTo>
                <a:lnTo>
                  <a:pt x="450030" y="5504873"/>
                </a:lnTo>
                <a:lnTo>
                  <a:pt x="432101" y="5462972"/>
                </a:lnTo>
                <a:lnTo>
                  <a:pt x="414510" y="5420893"/>
                </a:lnTo>
                <a:lnTo>
                  <a:pt x="397259" y="5378639"/>
                </a:lnTo>
                <a:lnTo>
                  <a:pt x="380349" y="5336210"/>
                </a:lnTo>
                <a:lnTo>
                  <a:pt x="363782" y="5293608"/>
                </a:lnTo>
                <a:lnTo>
                  <a:pt x="347559" y="5250836"/>
                </a:lnTo>
                <a:lnTo>
                  <a:pt x="331683" y="5207894"/>
                </a:lnTo>
                <a:lnTo>
                  <a:pt x="316155" y="5164785"/>
                </a:lnTo>
                <a:lnTo>
                  <a:pt x="300977" y="5121511"/>
                </a:lnTo>
                <a:lnTo>
                  <a:pt x="286150" y="5078072"/>
                </a:lnTo>
                <a:lnTo>
                  <a:pt x="271676" y="5034471"/>
                </a:lnTo>
                <a:lnTo>
                  <a:pt x="257557" y="4990709"/>
                </a:lnTo>
                <a:lnTo>
                  <a:pt x="243795" y="4946788"/>
                </a:lnTo>
                <a:lnTo>
                  <a:pt x="230391" y="4902710"/>
                </a:lnTo>
                <a:lnTo>
                  <a:pt x="217347" y="4858476"/>
                </a:lnTo>
                <a:lnTo>
                  <a:pt x="204665" y="4814089"/>
                </a:lnTo>
                <a:lnTo>
                  <a:pt x="192346" y="4769549"/>
                </a:lnTo>
                <a:lnTo>
                  <a:pt x="180392" y="4724859"/>
                </a:lnTo>
                <a:lnTo>
                  <a:pt x="168806" y="4680021"/>
                </a:lnTo>
                <a:lnTo>
                  <a:pt x="157587" y="4635035"/>
                </a:lnTo>
                <a:lnTo>
                  <a:pt x="146739" y="4589904"/>
                </a:lnTo>
                <a:lnTo>
                  <a:pt x="136262" y="4544629"/>
                </a:lnTo>
                <a:lnTo>
                  <a:pt x="126160" y="4499212"/>
                </a:lnTo>
                <a:lnTo>
                  <a:pt x="116432" y="4453655"/>
                </a:lnTo>
                <a:lnTo>
                  <a:pt x="107082" y="4407960"/>
                </a:lnTo>
                <a:lnTo>
                  <a:pt x="98110" y="4362128"/>
                </a:lnTo>
                <a:lnTo>
                  <a:pt x="89519" y="4316161"/>
                </a:lnTo>
                <a:lnTo>
                  <a:pt x="81310" y="4270060"/>
                </a:lnTo>
                <a:lnTo>
                  <a:pt x="73485" y="4223828"/>
                </a:lnTo>
                <a:lnTo>
                  <a:pt x="66045" y="4177465"/>
                </a:lnTo>
                <a:lnTo>
                  <a:pt x="58992" y="4130975"/>
                </a:lnTo>
                <a:lnTo>
                  <a:pt x="52329" y="4084357"/>
                </a:lnTo>
                <a:lnTo>
                  <a:pt x="46056" y="4037615"/>
                </a:lnTo>
                <a:lnTo>
                  <a:pt x="40176" y="3990750"/>
                </a:lnTo>
                <a:lnTo>
                  <a:pt x="34689" y="3943763"/>
                </a:lnTo>
                <a:lnTo>
                  <a:pt x="29598" y="3896657"/>
                </a:lnTo>
                <a:lnTo>
                  <a:pt x="24905" y="3849432"/>
                </a:lnTo>
                <a:lnTo>
                  <a:pt x="20611" y="3802091"/>
                </a:lnTo>
                <a:lnTo>
                  <a:pt x="16718" y="3754636"/>
                </a:lnTo>
                <a:lnTo>
                  <a:pt x="13227" y="3707067"/>
                </a:lnTo>
                <a:lnTo>
                  <a:pt x="10141" y="3659387"/>
                </a:lnTo>
                <a:lnTo>
                  <a:pt x="7461" y="3611598"/>
                </a:lnTo>
                <a:lnTo>
                  <a:pt x="5188" y="3563701"/>
                </a:lnTo>
                <a:lnTo>
                  <a:pt x="3325" y="3515697"/>
                </a:lnTo>
                <a:lnTo>
                  <a:pt x="1872" y="3467590"/>
                </a:lnTo>
                <a:lnTo>
                  <a:pt x="833" y="3419379"/>
                </a:lnTo>
                <a:lnTo>
                  <a:pt x="208" y="3371068"/>
                </a:lnTo>
                <a:lnTo>
                  <a:pt x="0" y="3322657"/>
                </a:lnTo>
                <a:lnTo>
                  <a:pt x="208" y="3274246"/>
                </a:lnTo>
                <a:lnTo>
                  <a:pt x="833" y="3225934"/>
                </a:lnTo>
                <a:lnTo>
                  <a:pt x="1872" y="3177724"/>
                </a:lnTo>
                <a:lnTo>
                  <a:pt x="3325" y="3129616"/>
                </a:lnTo>
                <a:lnTo>
                  <a:pt x="5188" y="3081613"/>
                </a:lnTo>
                <a:lnTo>
                  <a:pt x="7461" y="3033716"/>
                </a:lnTo>
                <a:lnTo>
                  <a:pt x="10141" y="2985926"/>
                </a:lnTo>
                <a:lnTo>
                  <a:pt x="13227" y="2938246"/>
                </a:lnTo>
                <a:lnTo>
                  <a:pt x="16718" y="2890678"/>
                </a:lnTo>
                <a:lnTo>
                  <a:pt x="20611" y="2843222"/>
                </a:lnTo>
                <a:lnTo>
                  <a:pt x="24905" y="2795881"/>
                </a:lnTo>
                <a:lnTo>
                  <a:pt x="29598" y="2748657"/>
                </a:lnTo>
                <a:lnTo>
                  <a:pt x="34689" y="2701550"/>
                </a:lnTo>
                <a:lnTo>
                  <a:pt x="40176" y="2654563"/>
                </a:lnTo>
                <a:lnTo>
                  <a:pt x="46056" y="2607698"/>
                </a:lnTo>
                <a:lnTo>
                  <a:pt x="52329" y="2560956"/>
                </a:lnTo>
                <a:lnTo>
                  <a:pt x="58992" y="2514339"/>
                </a:lnTo>
                <a:lnTo>
                  <a:pt x="66045" y="2467848"/>
                </a:lnTo>
                <a:lnTo>
                  <a:pt x="73485" y="2421486"/>
                </a:lnTo>
                <a:lnTo>
                  <a:pt x="81310" y="2375253"/>
                </a:lnTo>
                <a:lnTo>
                  <a:pt x="89519" y="2329153"/>
                </a:lnTo>
                <a:lnTo>
                  <a:pt x="98110" y="2283186"/>
                </a:lnTo>
                <a:lnTo>
                  <a:pt x="107082" y="2237353"/>
                </a:lnTo>
                <a:lnTo>
                  <a:pt x="116432" y="2191658"/>
                </a:lnTo>
                <a:lnTo>
                  <a:pt x="126160" y="2146101"/>
                </a:lnTo>
                <a:lnTo>
                  <a:pt x="136262" y="2100685"/>
                </a:lnTo>
                <a:lnTo>
                  <a:pt x="146739" y="2055410"/>
                </a:lnTo>
                <a:lnTo>
                  <a:pt x="157587" y="2010279"/>
                </a:lnTo>
                <a:lnTo>
                  <a:pt x="168806" y="1965293"/>
                </a:lnTo>
                <a:lnTo>
                  <a:pt x="180392" y="1920454"/>
                </a:lnTo>
                <a:lnTo>
                  <a:pt x="192346" y="1875764"/>
                </a:lnTo>
                <a:lnTo>
                  <a:pt x="204665" y="1831225"/>
                </a:lnTo>
                <a:lnTo>
                  <a:pt x="217347" y="1786837"/>
                </a:lnTo>
                <a:lnTo>
                  <a:pt x="230391" y="1742604"/>
                </a:lnTo>
                <a:lnTo>
                  <a:pt x="243795" y="1698525"/>
                </a:lnTo>
                <a:lnTo>
                  <a:pt x="257557" y="1654605"/>
                </a:lnTo>
                <a:lnTo>
                  <a:pt x="271676" y="1610843"/>
                </a:lnTo>
                <a:lnTo>
                  <a:pt x="286150" y="1567242"/>
                </a:lnTo>
                <a:lnTo>
                  <a:pt x="300977" y="1523803"/>
                </a:lnTo>
                <a:lnTo>
                  <a:pt x="316155" y="1480528"/>
                </a:lnTo>
                <a:lnTo>
                  <a:pt x="331683" y="1437419"/>
                </a:lnTo>
                <a:lnTo>
                  <a:pt x="347559" y="1394478"/>
                </a:lnTo>
                <a:lnTo>
                  <a:pt x="363782" y="1351705"/>
                </a:lnTo>
                <a:lnTo>
                  <a:pt x="380349" y="1309104"/>
                </a:lnTo>
                <a:lnTo>
                  <a:pt x="397259" y="1266675"/>
                </a:lnTo>
                <a:lnTo>
                  <a:pt x="414510" y="1224420"/>
                </a:lnTo>
                <a:lnTo>
                  <a:pt x="432101" y="1182342"/>
                </a:lnTo>
                <a:lnTo>
                  <a:pt x="450030" y="1140441"/>
                </a:lnTo>
                <a:lnTo>
                  <a:pt x="468295" y="1098719"/>
                </a:lnTo>
                <a:lnTo>
                  <a:pt x="486894" y="1057179"/>
                </a:lnTo>
                <a:lnTo>
                  <a:pt x="505826" y="1015821"/>
                </a:lnTo>
                <a:lnTo>
                  <a:pt x="525089" y="974648"/>
                </a:lnTo>
                <a:lnTo>
                  <a:pt x="544681" y="933661"/>
                </a:lnTo>
                <a:lnTo>
                  <a:pt x="564601" y="892862"/>
                </a:lnTo>
                <a:lnTo>
                  <a:pt x="584847" y="852253"/>
                </a:lnTo>
                <a:lnTo>
                  <a:pt x="605417" y="811835"/>
                </a:lnTo>
                <a:lnTo>
                  <a:pt x="626310" y="771610"/>
                </a:lnTo>
                <a:lnTo>
                  <a:pt x="647523" y="731579"/>
                </a:lnTo>
                <a:lnTo>
                  <a:pt x="669056" y="691746"/>
                </a:lnTo>
                <a:lnTo>
                  <a:pt x="690906" y="652110"/>
                </a:lnTo>
                <a:lnTo>
                  <a:pt x="713071" y="612674"/>
                </a:lnTo>
                <a:lnTo>
                  <a:pt x="735551" y="573440"/>
                </a:lnTo>
                <a:lnTo>
                  <a:pt x="758342" y="534409"/>
                </a:lnTo>
                <a:lnTo>
                  <a:pt x="781445" y="495582"/>
                </a:lnTo>
                <a:lnTo>
                  <a:pt x="804856" y="456963"/>
                </a:lnTo>
                <a:lnTo>
                  <a:pt x="828575" y="418552"/>
                </a:lnTo>
                <a:lnTo>
                  <a:pt x="852599" y="380351"/>
                </a:lnTo>
                <a:lnTo>
                  <a:pt x="876926" y="342362"/>
                </a:lnTo>
                <a:lnTo>
                  <a:pt x="901556" y="304586"/>
                </a:lnTo>
                <a:lnTo>
                  <a:pt x="926486" y="267025"/>
                </a:lnTo>
                <a:lnTo>
                  <a:pt x="951715" y="229681"/>
                </a:lnTo>
                <a:lnTo>
                  <a:pt x="977241" y="192556"/>
                </a:lnTo>
                <a:lnTo>
                  <a:pt x="1003062" y="155651"/>
                </a:lnTo>
                <a:lnTo>
                  <a:pt x="1029176" y="118968"/>
                </a:lnTo>
                <a:lnTo>
                  <a:pt x="1055582" y="82509"/>
                </a:lnTo>
                <a:lnTo>
                  <a:pt x="1082279" y="46275"/>
                </a:lnTo>
                <a:lnTo>
                  <a:pt x="1109264" y="10269"/>
                </a:lnTo>
                <a:lnTo>
                  <a:pt x="1117092" y="0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32639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</a:t>
            </a:r>
            <a:r>
              <a:rPr spc="-4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593594" y="1964258"/>
            <a:ext cx="14469110" cy="1795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latin typeface="Times New Roman"/>
                <a:cs typeface="Times New Roman"/>
              </a:rPr>
              <a:t>Home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page</a:t>
            </a:r>
            <a:r>
              <a:rPr sz="3200" b="1" spc="-95" dirty="0">
                <a:latin typeface="Times New Roman"/>
                <a:cs typeface="Times New Roman"/>
              </a:rPr>
              <a:t> </a:t>
            </a:r>
            <a:r>
              <a:rPr sz="3200" b="1" spc="-50" dirty="0"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469900" marR="5080" indent="-457834">
              <a:lnSpc>
                <a:spcPct val="100000"/>
              </a:lnSpc>
              <a:spcBef>
                <a:spcPts val="1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home page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displays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key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details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like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date,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time,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venue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clear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attractive layout.</a:t>
            </a:r>
            <a:endParaRPr sz="28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“Book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Now” button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 quick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easy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booking.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2440" y="4639731"/>
            <a:ext cx="9646919" cy="49706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8341" y="1801494"/>
            <a:ext cx="3837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6944">
              <a:lnSpc>
                <a:spcPts val="258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Ticket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Booking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Page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1739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532028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9932" y="59877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79932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28522" y="4091381"/>
            <a:ext cx="608965" cy="406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Arial"/>
                <a:cs typeface="Arial"/>
              </a:rPr>
              <a:t>8(A)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60"/>
              </a:spcBef>
            </a:pP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7175"/>
            <a:ext cx="947928" cy="237744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7170908" y="1997626"/>
            <a:ext cx="1117600" cy="6645909"/>
          </a:xfrm>
          <a:custGeom>
            <a:avLst/>
            <a:gdLst/>
            <a:ahLst/>
            <a:cxnLst/>
            <a:rect l="l" t="t" r="r" b="b"/>
            <a:pathLst>
              <a:path w="1117600" h="6645909">
                <a:moveTo>
                  <a:pt x="1117092" y="6645314"/>
                </a:moveTo>
                <a:lnTo>
                  <a:pt x="1082279" y="6599038"/>
                </a:lnTo>
                <a:lnTo>
                  <a:pt x="1055582" y="6562804"/>
                </a:lnTo>
                <a:lnTo>
                  <a:pt x="1029176" y="6526345"/>
                </a:lnTo>
                <a:lnTo>
                  <a:pt x="1003062" y="6489662"/>
                </a:lnTo>
                <a:lnTo>
                  <a:pt x="977241" y="6452757"/>
                </a:lnTo>
                <a:lnTo>
                  <a:pt x="951715" y="6415632"/>
                </a:lnTo>
                <a:lnTo>
                  <a:pt x="926486" y="6378288"/>
                </a:lnTo>
                <a:lnTo>
                  <a:pt x="901556" y="6340728"/>
                </a:lnTo>
                <a:lnTo>
                  <a:pt x="876926" y="6302952"/>
                </a:lnTo>
                <a:lnTo>
                  <a:pt x="852599" y="6264963"/>
                </a:lnTo>
                <a:lnTo>
                  <a:pt x="828575" y="6226762"/>
                </a:lnTo>
                <a:lnTo>
                  <a:pt x="804856" y="6188350"/>
                </a:lnTo>
                <a:lnTo>
                  <a:pt x="781445" y="6149731"/>
                </a:lnTo>
                <a:lnTo>
                  <a:pt x="758342" y="6110905"/>
                </a:lnTo>
                <a:lnTo>
                  <a:pt x="735551" y="6071874"/>
                </a:lnTo>
                <a:lnTo>
                  <a:pt x="713071" y="6032639"/>
                </a:lnTo>
                <a:lnTo>
                  <a:pt x="690906" y="5993204"/>
                </a:lnTo>
                <a:lnTo>
                  <a:pt x="669056" y="5953568"/>
                </a:lnTo>
                <a:lnTo>
                  <a:pt x="647523" y="5913734"/>
                </a:lnTo>
                <a:lnTo>
                  <a:pt x="626310" y="5873704"/>
                </a:lnTo>
                <a:lnTo>
                  <a:pt x="605417" y="5833479"/>
                </a:lnTo>
                <a:lnTo>
                  <a:pt x="584847" y="5793061"/>
                </a:lnTo>
                <a:lnTo>
                  <a:pt x="564601" y="5752451"/>
                </a:lnTo>
                <a:lnTo>
                  <a:pt x="544681" y="5711652"/>
                </a:lnTo>
                <a:lnTo>
                  <a:pt x="525089" y="5670665"/>
                </a:lnTo>
                <a:lnTo>
                  <a:pt x="505826" y="5629492"/>
                </a:lnTo>
                <a:lnTo>
                  <a:pt x="486894" y="5588135"/>
                </a:lnTo>
                <a:lnTo>
                  <a:pt x="468295" y="5546594"/>
                </a:lnTo>
                <a:lnTo>
                  <a:pt x="450030" y="5504873"/>
                </a:lnTo>
                <a:lnTo>
                  <a:pt x="432101" y="5462972"/>
                </a:lnTo>
                <a:lnTo>
                  <a:pt x="414510" y="5420893"/>
                </a:lnTo>
                <a:lnTo>
                  <a:pt x="397259" y="5378639"/>
                </a:lnTo>
                <a:lnTo>
                  <a:pt x="380349" y="5336210"/>
                </a:lnTo>
                <a:lnTo>
                  <a:pt x="363782" y="5293608"/>
                </a:lnTo>
                <a:lnTo>
                  <a:pt x="347559" y="5250836"/>
                </a:lnTo>
                <a:lnTo>
                  <a:pt x="331683" y="5207894"/>
                </a:lnTo>
                <a:lnTo>
                  <a:pt x="316155" y="5164785"/>
                </a:lnTo>
                <a:lnTo>
                  <a:pt x="300977" y="5121511"/>
                </a:lnTo>
                <a:lnTo>
                  <a:pt x="286150" y="5078072"/>
                </a:lnTo>
                <a:lnTo>
                  <a:pt x="271676" y="5034471"/>
                </a:lnTo>
                <a:lnTo>
                  <a:pt x="257557" y="4990709"/>
                </a:lnTo>
                <a:lnTo>
                  <a:pt x="243795" y="4946788"/>
                </a:lnTo>
                <a:lnTo>
                  <a:pt x="230391" y="4902710"/>
                </a:lnTo>
                <a:lnTo>
                  <a:pt x="217347" y="4858476"/>
                </a:lnTo>
                <a:lnTo>
                  <a:pt x="204665" y="4814089"/>
                </a:lnTo>
                <a:lnTo>
                  <a:pt x="192346" y="4769549"/>
                </a:lnTo>
                <a:lnTo>
                  <a:pt x="180392" y="4724859"/>
                </a:lnTo>
                <a:lnTo>
                  <a:pt x="168806" y="4680021"/>
                </a:lnTo>
                <a:lnTo>
                  <a:pt x="157587" y="4635035"/>
                </a:lnTo>
                <a:lnTo>
                  <a:pt x="146739" y="4589904"/>
                </a:lnTo>
                <a:lnTo>
                  <a:pt x="136262" y="4544629"/>
                </a:lnTo>
                <a:lnTo>
                  <a:pt x="126160" y="4499212"/>
                </a:lnTo>
                <a:lnTo>
                  <a:pt x="116432" y="4453655"/>
                </a:lnTo>
                <a:lnTo>
                  <a:pt x="107082" y="4407960"/>
                </a:lnTo>
                <a:lnTo>
                  <a:pt x="98110" y="4362128"/>
                </a:lnTo>
                <a:lnTo>
                  <a:pt x="89519" y="4316161"/>
                </a:lnTo>
                <a:lnTo>
                  <a:pt x="81310" y="4270060"/>
                </a:lnTo>
                <a:lnTo>
                  <a:pt x="73485" y="4223828"/>
                </a:lnTo>
                <a:lnTo>
                  <a:pt x="66045" y="4177465"/>
                </a:lnTo>
                <a:lnTo>
                  <a:pt x="58992" y="4130975"/>
                </a:lnTo>
                <a:lnTo>
                  <a:pt x="52329" y="4084357"/>
                </a:lnTo>
                <a:lnTo>
                  <a:pt x="46056" y="4037615"/>
                </a:lnTo>
                <a:lnTo>
                  <a:pt x="40176" y="3990750"/>
                </a:lnTo>
                <a:lnTo>
                  <a:pt x="34689" y="3943763"/>
                </a:lnTo>
                <a:lnTo>
                  <a:pt x="29598" y="3896657"/>
                </a:lnTo>
                <a:lnTo>
                  <a:pt x="24905" y="3849432"/>
                </a:lnTo>
                <a:lnTo>
                  <a:pt x="20611" y="3802091"/>
                </a:lnTo>
                <a:lnTo>
                  <a:pt x="16718" y="3754636"/>
                </a:lnTo>
                <a:lnTo>
                  <a:pt x="13227" y="3707067"/>
                </a:lnTo>
                <a:lnTo>
                  <a:pt x="10141" y="3659387"/>
                </a:lnTo>
                <a:lnTo>
                  <a:pt x="7461" y="3611598"/>
                </a:lnTo>
                <a:lnTo>
                  <a:pt x="5188" y="3563701"/>
                </a:lnTo>
                <a:lnTo>
                  <a:pt x="3325" y="3515697"/>
                </a:lnTo>
                <a:lnTo>
                  <a:pt x="1872" y="3467590"/>
                </a:lnTo>
                <a:lnTo>
                  <a:pt x="833" y="3419379"/>
                </a:lnTo>
                <a:lnTo>
                  <a:pt x="208" y="3371068"/>
                </a:lnTo>
                <a:lnTo>
                  <a:pt x="0" y="3322657"/>
                </a:lnTo>
                <a:lnTo>
                  <a:pt x="208" y="3274246"/>
                </a:lnTo>
                <a:lnTo>
                  <a:pt x="833" y="3225934"/>
                </a:lnTo>
                <a:lnTo>
                  <a:pt x="1872" y="3177724"/>
                </a:lnTo>
                <a:lnTo>
                  <a:pt x="3325" y="3129616"/>
                </a:lnTo>
                <a:lnTo>
                  <a:pt x="5188" y="3081613"/>
                </a:lnTo>
                <a:lnTo>
                  <a:pt x="7461" y="3033716"/>
                </a:lnTo>
                <a:lnTo>
                  <a:pt x="10141" y="2985926"/>
                </a:lnTo>
                <a:lnTo>
                  <a:pt x="13227" y="2938246"/>
                </a:lnTo>
                <a:lnTo>
                  <a:pt x="16718" y="2890678"/>
                </a:lnTo>
                <a:lnTo>
                  <a:pt x="20611" y="2843222"/>
                </a:lnTo>
                <a:lnTo>
                  <a:pt x="24905" y="2795881"/>
                </a:lnTo>
                <a:lnTo>
                  <a:pt x="29598" y="2748657"/>
                </a:lnTo>
                <a:lnTo>
                  <a:pt x="34689" y="2701550"/>
                </a:lnTo>
                <a:lnTo>
                  <a:pt x="40176" y="2654563"/>
                </a:lnTo>
                <a:lnTo>
                  <a:pt x="46056" y="2607698"/>
                </a:lnTo>
                <a:lnTo>
                  <a:pt x="52329" y="2560956"/>
                </a:lnTo>
                <a:lnTo>
                  <a:pt x="58992" y="2514339"/>
                </a:lnTo>
                <a:lnTo>
                  <a:pt x="66045" y="2467848"/>
                </a:lnTo>
                <a:lnTo>
                  <a:pt x="73485" y="2421486"/>
                </a:lnTo>
                <a:lnTo>
                  <a:pt x="81310" y="2375253"/>
                </a:lnTo>
                <a:lnTo>
                  <a:pt x="89519" y="2329153"/>
                </a:lnTo>
                <a:lnTo>
                  <a:pt x="98110" y="2283186"/>
                </a:lnTo>
                <a:lnTo>
                  <a:pt x="107082" y="2237353"/>
                </a:lnTo>
                <a:lnTo>
                  <a:pt x="116432" y="2191658"/>
                </a:lnTo>
                <a:lnTo>
                  <a:pt x="126160" y="2146101"/>
                </a:lnTo>
                <a:lnTo>
                  <a:pt x="136262" y="2100685"/>
                </a:lnTo>
                <a:lnTo>
                  <a:pt x="146739" y="2055410"/>
                </a:lnTo>
                <a:lnTo>
                  <a:pt x="157587" y="2010279"/>
                </a:lnTo>
                <a:lnTo>
                  <a:pt x="168806" y="1965293"/>
                </a:lnTo>
                <a:lnTo>
                  <a:pt x="180392" y="1920454"/>
                </a:lnTo>
                <a:lnTo>
                  <a:pt x="192346" y="1875764"/>
                </a:lnTo>
                <a:lnTo>
                  <a:pt x="204665" y="1831225"/>
                </a:lnTo>
                <a:lnTo>
                  <a:pt x="217347" y="1786837"/>
                </a:lnTo>
                <a:lnTo>
                  <a:pt x="230391" y="1742604"/>
                </a:lnTo>
                <a:lnTo>
                  <a:pt x="243795" y="1698525"/>
                </a:lnTo>
                <a:lnTo>
                  <a:pt x="257557" y="1654605"/>
                </a:lnTo>
                <a:lnTo>
                  <a:pt x="271676" y="1610843"/>
                </a:lnTo>
                <a:lnTo>
                  <a:pt x="286150" y="1567242"/>
                </a:lnTo>
                <a:lnTo>
                  <a:pt x="300977" y="1523803"/>
                </a:lnTo>
                <a:lnTo>
                  <a:pt x="316155" y="1480528"/>
                </a:lnTo>
                <a:lnTo>
                  <a:pt x="331683" y="1437419"/>
                </a:lnTo>
                <a:lnTo>
                  <a:pt x="347559" y="1394478"/>
                </a:lnTo>
                <a:lnTo>
                  <a:pt x="363782" y="1351705"/>
                </a:lnTo>
                <a:lnTo>
                  <a:pt x="380349" y="1309104"/>
                </a:lnTo>
                <a:lnTo>
                  <a:pt x="397259" y="1266675"/>
                </a:lnTo>
                <a:lnTo>
                  <a:pt x="414510" y="1224420"/>
                </a:lnTo>
                <a:lnTo>
                  <a:pt x="432101" y="1182342"/>
                </a:lnTo>
                <a:lnTo>
                  <a:pt x="450030" y="1140441"/>
                </a:lnTo>
                <a:lnTo>
                  <a:pt x="468295" y="1098719"/>
                </a:lnTo>
                <a:lnTo>
                  <a:pt x="486894" y="1057179"/>
                </a:lnTo>
                <a:lnTo>
                  <a:pt x="505826" y="1015821"/>
                </a:lnTo>
                <a:lnTo>
                  <a:pt x="525089" y="974648"/>
                </a:lnTo>
                <a:lnTo>
                  <a:pt x="544681" y="933661"/>
                </a:lnTo>
                <a:lnTo>
                  <a:pt x="564601" y="892862"/>
                </a:lnTo>
                <a:lnTo>
                  <a:pt x="584847" y="852253"/>
                </a:lnTo>
                <a:lnTo>
                  <a:pt x="605417" y="811835"/>
                </a:lnTo>
                <a:lnTo>
                  <a:pt x="626310" y="771610"/>
                </a:lnTo>
                <a:lnTo>
                  <a:pt x="647523" y="731579"/>
                </a:lnTo>
                <a:lnTo>
                  <a:pt x="669056" y="691746"/>
                </a:lnTo>
                <a:lnTo>
                  <a:pt x="690906" y="652110"/>
                </a:lnTo>
                <a:lnTo>
                  <a:pt x="713071" y="612674"/>
                </a:lnTo>
                <a:lnTo>
                  <a:pt x="735551" y="573440"/>
                </a:lnTo>
                <a:lnTo>
                  <a:pt x="758342" y="534409"/>
                </a:lnTo>
                <a:lnTo>
                  <a:pt x="781445" y="495582"/>
                </a:lnTo>
                <a:lnTo>
                  <a:pt x="804856" y="456963"/>
                </a:lnTo>
                <a:lnTo>
                  <a:pt x="828575" y="418552"/>
                </a:lnTo>
                <a:lnTo>
                  <a:pt x="852599" y="380351"/>
                </a:lnTo>
                <a:lnTo>
                  <a:pt x="876926" y="342362"/>
                </a:lnTo>
                <a:lnTo>
                  <a:pt x="901556" y="304586"/>
                </a:lnTo>
                <a:lnTo>
                  <a:pt x="926486" y="267025"/>
                </a:lnTo>
                <a:lnTo>
                  <a:pt x="951715" y="229681"/>
                </a:lnTo>
                <a:lnTo>
                  <a:pt x="977241" y="192556"/>
                </a:lnTo>
                <a:lnTo>
                  <a:pt x="1003062" y="155651"/>
                </a:lnTo>
                <a:lnTo>
                  <a:pt x="1029176" y="118968"/>
                </a:lnTo>
                <a:lnTo>
                  <a:pt x="1055582" y="82509"/>
                </a:lnTo>
                <a:lnTo>
                  <a:pt x="1082279" y="46275"/>
                </a:lnTo>
                <a:lnTo>
                  <a:pt x="1109264" y="10269"/>
                </a:lnTo>
                <a:lnTo>
                  <a:pt x="1117092" y="0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32639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</a:t>
            </a:r>
            <a:r>
              <a:rPr spc="-45" dirty="0"/>
              <a:t> </a:t>
            </a:r>
            <a:r>
              <a:rPr spc="-10" dirty="0"/>
              <a:t>SCREENSHOTS</a:t>
            </a: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6576" y="4270854"/>
            <a:ext cx="8830056" cy="5150513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102866" y="2533268"/>
            <a:ext cx="1287145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indent="-114300">
              <a:lnSpc>
                <a:spcPct val="100000"/>
              </a:lnSpc>
              <a:spcBef>
                <a:spcPts val="100"/>
              </a:spcBef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user-</a:t>
            </a:r>
            <a:r>
              <a:rPr sz="2400" dirty="0">
                <a:latin typeface="Times New Roman"/>
                <a:cs typeface="Times New Roman"/>
              </a:rPr>
              <a:t>friendly interface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complete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ticket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booking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efficiently.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ensures proper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helps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accurate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booking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record</a:t>
            </a:r>
            <a:r>
              <a:rPr sz="2400" spc="-10" dirty="0">
                <a:latin typeface="Times New Roman"/>
                <a:cs typeface="Times New Roman"/>
              </a:rPr>
              <a:t> management.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booking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page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allows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essential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details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name,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email,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department,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tickets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structured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form.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8341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532028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9932" y="59877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79932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22426" y="4091381"/>
            <a:ext cx="618490" cy="406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Arial"/>
                <a:cs typeface="Arial"/>
              </a:rPr>
              <a:t>8(B)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60"/>
              </a:spcBef>
            </a:pP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7175"/>
            <a:ext cx="947928" cy="237744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7170908" y="1997626"/>
            <a:ext cx="1117600" cy="6645909"/>
          </a:xfrm>
          <a:custGeom>
            <a:avLst/>
            <a:gdLst/>
            <a:ahLst/>
            <a:cxnLst/>
            <a:rect l="l" t="t" r="r" b="b"/>
            <a:pathLst>
              <a:path w="1117600" h="6645909">
                <a:moveTo>
                  <a:pt x="1117092" y="6645314"/>
                </a:moveTo>
                <a:lnTo>
                  <a:pt x="1082279" y="6599038"/>
                </a:lnTo>
                <a:lnTo>
                  <a:pt x="1055582" y="6562804"/>
                </a:lnTo>
                <a:lnTo>
                  <a:pt x="1029176" y="6526345"/>
                </a:lnTo>
                <a:lnTo>
                  <a:pt x="1003062" y="6489662"/>
                </a:lnTo>
                <a:lnTo>
                  <a:pt x="977241" y="6452757"/>
                </a:lnTo>
                <a:lnTo>
                  <a:pt x="951715" y="6415632"/>
                </a:lnTo>
                <a:lnTo>
                  <a:pt x="926486" y="6378288"/>
                </a:lnTo>
                <a:lnTo>
                  <a:pt x="901556" y="6340728"/>
                </a:lnTo>
                <a:lnTo>
                  <a:pt x="876926" y="6302952"/>
                </a:lnTo>
                <a:lnTo>
                  <a:pt x="852599" y="6264963"/>
                </a:lnTo>
                <a:lnTo>
                  <a:pt x="828575" y="6226762"/>
                </a:lnTo>
                <a:lnTo>
                  <a:pt x="804856" y="6188350"/>
                </a:lnTo>
                <a:lnTo>
                  <a:pt x="781445" y="6149731"/>
                </a:lnTo>
                <a:lnTo>
                  <a:pt x="758342" y="6110905"/>
                </a:lnTo>
                <a:lnTo>
                  <a:pt x="735551" y="6071874"/>
                </a:lnTo>
                <a:lnTo>
                  <a:pt x="713071" y="6032639"/>
                </a:lnTo>
                <a:lnTo>
                  <a:pt x="690906" y="5993204"/>
                </a:lnTo>
                <a:lnTo>
                  <a:pt x="669056" y="5953568"/>
                </a:lnTo>
                <a:lnTo>
                  <a:pt x="647523" y="5913734"/>
                </a:lnTo>
                <a:lnTo>
                  <a:pt x="626310" y="5873704"/>
                </a:lnTo>
                <a:lnTo>
                  <a:pt x="605417" y="5833479"/>
                </a:lnTo>
                <a:lnTo>
                  <a:pt x="584847" y="5793061"/>
                </a:lnTo>
                <a:lnTo>
                  <a:pt x="564601" y="5752451"/>
                </a:lnTo>
                <a:lnTo>
                  <a:pt x="544681" y="5711652"/>
                </a:lnTo>
                <a:lnTo>
                  <a:pt x="525089" y="5670665"/>
                </a:lnTo>
                <a:lnTo>
                  <a:pt x="505826" y="5629492"/>
                </a:lnTo>
                <a:lnTo>
                  <a:pt x="486894" y="5588135"/>
                </a:lnTo>
                <a:lnTo>
                  <a:pt x="468295" y="5546594"/>
                </a:lnTo>
                <a:lnTo>
                  <a:pt x="450030" y="5504873"/>
                </a:lnTo>
                <a:lnTo>
                  <a:pt x="432101" y="5462972"/>
                </a:lnTo>
                <a:lnTo>
                  <a:pt x="414510" y="5420893"/>
                </a:lnTo>
                <a:lnTo>
                  <a:pt x="397259" y="5378639"/>
                </a:lnTo>
                <a:lnTo>
                  <a:pt x="380349" y="5336210"/>
                </a:lnTo>
                <a:lnTo>
                  <a:pt x="363782" y="5293608"/>
                </a:lnTo>
                <a:lnTo>
                  <a:pt x="347559" y="5250836"/>
                </a:lnTo>
                <a:lnTo>
                  <a:pt x="331683" y="5207894"/>
                </a:lnTo>
                <a:lnTo>
                  <a:pt x="316155" y="5164785"/>
                </a:lnTo>
                <a:lnTo>
                  <a:pt x="300977" y="5121511"/>
                </a:lnTo>
                <a:lnTo>
                  <a:pt x="286150" y="5078072"/>
                </a:lnTo>
                <a:lnTo>
                  <a:pt x="271676" y="5034471"/>
                </a:lnTo>
                <a:lnTo>
                  <a:pt x="257557" y="4990709"/>
                </a:lnTo>
                <a:lnTo>
                  <a:pt x="243795" y="4946788"/>
                </a:lnTo>
                <a:lnTo>
                  <a:pt x="230391" y="4902710"/>
                </a:lnTo>
                <a:lnTo>
                  <a:pt x="217347" y="4858476"/>
                </a:lnTo>
                <a:lnTo>
                  <a:pt x="204665" y="4814089"/>
                </a:lnTo>
                <a:lnTo>
                  <a:pt x="192346" y="4769549"/>
                </a:lnTo>
                <a:lnTo>
                  <a:pt x="180392" y="4724859"/>
                </a:lnTo>
                <a:lnTo>
                  <a:pt x="168806" y="4680021"/>
                </a:lnTo>
                <a:lnTo>
                  <a:pt x="157587" y="4635035"/>
                </a:lnTo>
                <a:lnTo>
                  <a:pt x="146739" y="4589904"/>
                </a:lnTo>
                <a:lnTo>
                  <a:pt x="136262" y="4544629"/>
                </a:lnTo>
                <a:lnTo>
                  <a:pt x="126160" y="4499212"/>
                </a:lnTo>
                <a:lnTo>
                  <a:pt x="116432" y="4453655"/>
                </a:lnTo>
                <a:lnTo>
                  <a:pt x="107082" y="4407960"/>
                </a:lnTo>
                <a:lnTo>
                  <a:pt x="98110" y="4362128"/>
                </a:lnTo>
                <a:lnTo>
                  <a:pt x="89519" y="4316161"/>
                </a:lnTo>
                <a:lnTo>
                  <a:pt x="81310" y="4270060"/>
                </a:lnTo>
                <a:lnTo>
                  <a:pt x="73485" y="4223828"/>
                </a:lnTo>
                <a:lnTo>
                  <a:pt x="66045" y="4177465"/>
                </a:lnTo>
                <a:lnTo>
                  <a:pt x="58992" y="4130975"/>
                </a:lnTo>
                <a:lnTo>
                  <a:pt x="52329" y="4084357"/>
                </a:lnTo>
                <a:lnTo>
                  <a:pt x="46056" y="4037615"/>
                </a:lnTo>
                <a:lnTo>
                  <a:pt x="40176" y="3990750"/>
                </a:lnTo>
                <a:lnTo>
                  <a:pt x="34689" y="3943763"/>
                </a:lnTo>
                <a:lnTo>
                  <a:pt x="29598" y="3896657"/>
                </a:lnTo>
                <a:lnTo>
                  <a:pt x="24905" y="3849432"/>
                </a:lnTo>
                <a:lnTo>
                  <a:pt x="20611" y="3802091"/>
                </a:lnTo>
                <a:lnTo>
                  <a:pt x="16718" y="3754636"/>
                </a:lnTo>
                <a:lnTo>
                  <a:pt x="13227" y="3707067"/>
                </a:lnTo>
                <a:lnTo>
                  <a:pt x="10141" y="3659387"/>
                </a:lnTo>
                <a:lnTo>
                  <a:pt x="7461" y="3611598"/>
                </a:lnTo>
                <a:lnTo>
                  <a:pt x="5188" y="3563701"/>
                </a:lnTo>
                <a:lnTo>
                  <a:pt x="3325" y="3515697"/>
                </a:lnTo>
                <a:lnTo>
                  <a:pt x="1872" y="3467590"/>
                </a:lnTo>
                <a:lnTo>
                  <a:pt x="833" y="3419379"/>
                </a:lnTo>
                <a:lnTo>
                  <a:pt x="208" y="3371068"/>
                </a:lnTo>
                <a:lnTo>
                  <a:pt x="0" y="3322657"/>
                </a:lnTo>
                <a:lnTo>
                  <a:pt x="208" y="3274246"/>
                </a:lnTo>
                <a:lnTo>
                  <a:pt x="833" y="3225934"/>
                </a:lnTo>
                <a:lnTo>
                  <a:pt x="1872" y="3177724"/>
                </a:lnTo>
                <a:lnTo>
                  <a:pt x="3325" y="3129616"/>
                </a:lnTo>
                <a:lnTo>
                  <a:pt x="5188" y="3081613"/>
                </a:lnTo>
                <a:lnTo>
                  <a:pt x="7461" y="3033716"/>
                </a:lnTo>
                <a:lnTo>
                  <a:pt x="10141" y="2985926"/>
                </a:lnTo>
                <a:lnTo>
                  <a:pt x="13227" y="2938246"/>
                </a:lnTo>
                <a:lnTo>
                  <a:pt x="16718" y="2890678"/>
                </a:lnTo>
                <a:lnTo>
                  <a:pt x="20611" y="2843222"/>
                </a:lnTo>
                <a:lnTo>
                  <a:pt x="24905" y="2795881"/>
                </a:lnTo>
                <a:lnTo>
                  <a:pt x="29598" y="2748657"/>
                </a:lnTo>
                <a:lnTo>
                  <a:pt x="34689" y="2701550"/>
                </a:lnTo>
                <a:lnTo>
                  <a:pt x="40176" y="2654563"/>
                </a:lnTo>
                <a:lnTo>
                  <a:pt x="46056" y="2607698"/>
                </a:lnTo>
                <a:lnTo>
                  <a:pt x="52329" y="2560956"/>
                </a:lnTo>
                <a:lnTo>
                  <a:pt x="58992" y="2514339"/>
                </a:lnTo>
                <a:lnTo>
                  <a:pt x="66045" y="2467848"/>
                </a:lnTo>
                <a:lnTo>
                  <a:pt x="73485" y="2421486"/>
                </a:lnTo>
                <a:lnTo>
                  <a:pt x="81310" y="2375253"/>
                </a:lnTo>
                <a:lnTo>
                  <a:pt x="89519" y="2329153"/>
                </a:lnTo>
                <a:lnTo>
                  <a:pt x="98110" y="2283186"/>
                </a:lnTo>
                <a:lnTo>
                  <a:pt x="107082" y="2237353"/>
                </a:lnTo>
                <a:lnTo>
                  <a:pt x="116432" y="2191658"/>
                </a:lnTo>
                <a:lnTo>
                  <a:pt x="126160" y="2146101"/>
                </a:lnTo>
                <a:lnTo>
                  <a:pt x="136262" y="2100685"/>
                </a:lnTo>
                <a:lnTo>
                  <a:pt x="146739" y="2055410"/>
                </a:lnTo>
                <a:lnTo>
                  <a:pt x="157587" y="2010279"/>
                </a:lnTo>
                <a:lnTo>
                  <a:pt x="168806" y="1965293"/>
                </a:lnTo>
                <a:lnTo>
                  <a:pt x="180392" y="1920454"/>
                </a:lnTo>
                <a:lnTo>
                  <a:pt x="192346" y="1875764"/>
                </a:lnTo>
                <a:lnTo>
                  <a:pt x="204665" y="1831225"/>
                </a:lnTo>
                <a:lnTo>
                  <a:pt x="217347" y="1786837"/>
                </a:lnTo>
                <a:lnTo>
                  <a:pt x="230391" y="1742604"/>
                </a:lnTo>
                <a:lnTo>
                  <a:pt x="243795" y="1698525"/>
                </a:lnTo>
                <a:lnTo>
                  <a:pt x="257557" y="1654605"/>
                </a:lnTo>
                <a:lnTo>
                  <a:pt x="271676" y="1610843"/>
                </a:lnTo>
                <a:lnTo>
                  <a:pt x="286150" y="1567242"/>
                </a:lnTo>
                <a:lnTo>
                  <a:pt x="300977" y="1523803"/>
                </a:lnTo>
                <a:lnTo>
                  <a:pt x="316155" y="1480528"/>
                </a:lnTo>
                <a:lnTo>
                  <a:pt x="331683" y="1437419"/>
                </a:lnTo>
                <a:lnTo>
                  <a:pt x="347559" y="1394478"/>
                </a:lnTo>
                <a:lnTo>
                  <a:pt x="363782" y="1351705"/>
                </a:lnTo>
                <a:lnTo>
                  <a:pt x="380349" y="1309104"/>
                </a:lnTo>
                <a:lnTo>
                  <a:pt x="397259" y="1266675"/>
                </a:lnTo>
                <a:lnTo>
                  <a:pt x="414510" y="1224420"/>
                </a:lnTo>
                <a:lnTo>
                  <a:pt x="432101" y="1182342"/>
                </a:lnTo>
                <a:lnTo>
                  <a:pt x="450030" y="1140441"/>
                </a:lnTo>
                <a:lnTo>
                  <a:pt x="468295" y="1098719"/>
                </a:lnTo>
                <a:lnTo>
                  <a:pt x="486894" y="1057179"/>
                </a:lnTo>
                <a:lnTo>
                  <a:pt x="505826" y="1015821"/>
                </a:lnTo>
                <a:lnTo>
                  <a:pt x="525089" y="974648"/>
                </a:lnTo>
                <a:lnTo>
                  <a:pt x="544681" y="933661"/>
                </a:lnTo>
                <a:lnTo>
                  <a:pt x="564601" y="892862"/>
                </a:lnTo>
                <a:lnTo>
                  <a:pt x="584847" y="852253"/>
                </a:lnTo>
                <a:lnTo>
                  <a:pt x="605417" y="811835"/>
                </a:lnTo>
                <a:lnTo>
                  <a:pt x="626310" y="771610"/>
                </a:lnTo>
                <a:lnTo>
                  <a:pt x="647523" y="731579"/>
                </a:lnTo>
                <a:lnTo>
                  <a:pt x="669056" y="691746"/>
                </a:lnTo>
                <a:lnTo>
                  <a:pt x="690906" y="652110"/>
                </a:lnTo>
                <a:lnTo>
                  <a:pt x="713071" y="612674"/>
                </a:lnTo>
                <a:lnTo>
                  <a:pt x="735551" y="573440"/>
                </a:lnTo>
                <a:lnTo>
                  <a:pt x="758342" y="534409"/>
                </a:lnTo>
                <a:lnTo>
                  <a:pt x="781445" y="495582"/>
                </a:lnTo>
                <a:lnTo>
                  <a:pt x="804856" y="456963"/>
                </a:lnTo>
                <a:lnTo>
                  <a:pt x="828575" y="418552"/>
                </a:lnTo>
                <a:lnTo>
                  <a:pt x="852599" y="380351"/>
                </a:lnTo>
                <a:lnTo>
                  <a:pt x="876926" y="342362"/>
                </a:lnTo>
                <a:lnTo>
                  <a:pt x="901556" y="304586"/>
                </a:lnTo>
                <a:lnTo>
                  <a:pt x="926486" y="267025"/>
                </a:lnTo>
                <a:lnTo>
                  <a:pt x="951715" y="229681"/>
                </a:lnTo>
                <a:lnTo>
                  <a:pt x="977241" y="192556"/>
                </a:lnTo>
                <a:lnTo>
                  <a:pt x="1003062" y="155651"/>
                </a:lnTo>
                <a:lnTo>
                  <a:pt x="1029176" y="118968"/>
                </a:lnTo>
                <a:lnTo>
                  <a:pt x="1055582" y="82509"/>
                </a:lnTo>
                <a:lnTo>
                  <a:pt x="1082279" y="46275"/>
                </a:lnTo>
                <a:lnTo>
                  <a:pt x="1109264" y="10269"/>
                </a:lnTo>
                <a:lnTo>
                  <a:pt x="1117092" y="0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32639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</a:t>
            </a:r>
            <a:r>
              <a:rPr spc="-45" dirty="0"/>
              <a:t> </a:t>
            </a:r>
            <a:r>
              <a:rPr spc="-10" dirty="0"/>
              <a:t>SCREENSHOTS</a:t>
            </a: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4623" y="4721352"/>
            <a:ext cx="7147559" cy="486765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572892" y="1846833"/>
            <a:ext cx="13458190" cy="2160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18795" indent="-457834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page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displays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booking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confirmation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status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indicating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been </a:t>
            </a:r>
            <a:r>
              <a:rPr sz="2800" dirty="0">
                <a:latin typeface="Times New Roman"/>
                <a:cs typeface="Times New Roman"/>
              </a:rPr>
              <a:t>successfully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booked.</a:t>
            </a:r>
            <a:endParaRPr sz="2800">
              <a:latin typeface="Times New Roman"/>
              <a:cs typeface="Times New Roman"/>
            </a:endParaRPr>
          </a:p>
          <a:p>
            <a:pPr marL="469900" marR="5080" indent="-457834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shows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complete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details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information,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tickets, </a:t>
            </a:r>
            <a:r>
              <a:rPr sz="2800" dirty="0">
                <a:latin typeface="Times New Roman"/>
                <a:cs typeface="Times New Roman"/>
              </a:rPr>
              <a:t>date,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unique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ID.</a:t>
            </a:r>
            <a:endParaRPr sz="28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also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confirmation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message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option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return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home </a:t>
            </a:r>
            <a:r>
              <a:rPr sz="2800" spc="-10" dirty="0">
                <a:latin typeface="Times New Roman"/>
                <a:cs typeface="Times New Roman"/>
              </a:rPr>
              <a:t>page.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8341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58341" y="4091381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532028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79932" y="59877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79932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22426" y="4759274"/>
            <a:ext cx="618490" cy="33966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Arial"/>
                <a:cs typeface="Arial"/>
              </a:rPr>
              <a:t>8(C)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60"/>
              </a:spcBef>
            </a:pP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7175"/>
            <a:ext cx="947928" cy="237744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17170908" y="1997626"/>
            <a:ext cx="1117600" cy="6645909"/>
          </a:xfrm>
          <a:custGeom>
            <a:avLst/>
            <a:gdLst/>
            <a:ahLst/>
            <a:cxnLst/>
            <a:rect l="l" t="t" r="r" b="b"/>
            <a:pathLst>
              <a:path w="1117600" h="6645909">
                <a:moveTo>
                  <a:pt x="1117092" y="6645314"/>
                </a:moveTo>
                <a:lnTo>
                  <a:pt x="1082279" y="6599038"/>
                </a:lnTo>
                <a:lnTo>
                  <a:pt x="1055582" y="6562804"/>
                </a:lnTo>
                <a:lnTo>
                  <a:pt x="1029176" y="6526345"/>
                </a:lnTo>
                <a:lnTo>
                  <a:pt x="1003062" y="6489662"/>
                </a:lnTo>
                <a:lnTo>
                  <a:pt x="977241" y="6452757"/>
                </a:lnTo>
                <a:lnTo>
                  <a:pt x="951715" y="6415632"/>
                </a:lnTo>
                <a:lnTo>
                  <a:pt x="926486" y="6378288"/>
                </a:lnTo>
                <a:lnTo>
                  <a:pt x="901556" y="6340728"/>
                </a:lnTo>
                <a:lnTo>
                  <a:pt x="876926" y="6302952"/>
                </a:lnTo>
                <a:lnTo>
                  <a:pt x="852599" y="6264963"/>
                </a:lnTo>
                <a:lnTo>
                  <a:pt x="828575" y="6226762"/>
                </a:lnTo>
                <a:lnTo>
                  <a:pt x="804856" y="6188350"/>
                </a:lnTo>
                <a:lnTo>
                  <a:pt x="781445" y="6149731"/>
                </a:lnTo>
                <a:lnTo>
                  <a:pt x="758342" y="6110905"/>
                </a:lnTo>
                <a:lnTo>
                  <a:pt x="735551" y="6071874"/>
                </a:lnTo>
                <a:lnTo>
                  <a:pt x="713071" y="6032639"/>
                </a:lnTo>
                <a:lnTo>
                  <a:pt x="690906" y="5993204"/>
                </a:lnTo>
                <a:lnTo>
                  <a:pt x="669056" y="5953568"/>
                </a:lnTo>
                <a:lnTo>
                  <a:pt x="647523" y="5913734"/>
                </a:lnTo>
                <a:lnTo>
                  <a:pt x="626310" y="5873704"/>
                </a:lnTo>
                <a:lnTo>
                  <a:pt x="605417" y="5833479"/>
                </a:lnTo>
                <a:lnTo>
                  <a:pt x="584847" y="5793061"/>
                </a:lnTo>
                <a:lnTo>
                  <a:pt x="564601" y="5752451"/>
                </a:lnTo>
                <a:lnTo>
                  <a:pt x="544681" y="5711652"/>
                </a:lnTo>
                <a:lnTo>
                  <a:pt x="525089" y="5670665"/>
                </a:lnTo>
                <a:lnTo>
                  <a:pt x="505826" y="5629492"/>
                </a:lnTo>
                <a:lnTo>
                  <a:pt x="486894" y="5588135"/>
                </a:lnTo>
                <a:lnTo>
                  <a:pt x="468295" y="5546594"/>
                </a:lnTo>
                <a:lnTo>
                  <a:pt x="450030" y="5504873"/>
                </a:lnTo>
                <a:lnTo>
                  <a:pt x="432101" y="5462972"/>
                </a:lnTo>
                <a:lnTo>
                  <a:pt x="414510" y="5420893"/>
                </a:lnTo>
                <a:lnTo>
                  <a:pt x="397259" y="5378639"/>
                </a:lnTo>
                <a:lnTo>
                  <a:pt x="380349" y="5336210"/>
                </a:lnTo>
                <a:lnTo>
                  <a:pt x="363782" y="5293608"/>
                </a:lnTo>
                <a:lnTo>
                  <a:pt x="347559" y="5250836"/>
                </a:lnTo>
                <a:lnTo>
                  <a:pt x="331683" y="5207894"/>
                </a:lnTo>
                <a:lnTo>
                  <a:pt x="316155" y="5164785"/>
                </a:lnTo>
                <a:lnTo>
                  <a:pt x="300977" y="5121511"/>
                </a:lnTo>
                <a:lnTo>
                  <a:pt x="286150" y="5078072"/>
                </a:lnTo>
                <a:lnTo>
                  <a:pt x="271676" y="5034471"/>
                </a:lnTo>
                <a:lnTo>
                  <a:pt x="257557" y="4990709"/>
                </a:lnTo>
                <a:lnTo>
                  <a:pt x="243795" y="4946788"/>
                </a:lnTo>
                <a:lnTo>
                  <a:pt x="230391" y="4902710"/>
                </a:lnTo>
                <a:lnTo>
                  <a:pt x="217347" y="4858476"/>
                </a:lnTo>
                <a:lnTo>
                  <a:pt x="204665" y="4814089"/>
                </a:lnTo>
                <a:lnTo>
                  <a:pt x="192346" y="4769549"/>
                </a:lnTo>
                <a:lnTo>
                  <a:pt x="180392" y="4724859"/>
                </a:lnTo>
                <a:lnTo>
                  <a:pt x="168806" y="4680021"/>
                </a:lnTo>
                <a:lnTo>
                  <a:pt x="157587" y="4635035"/>
                </a:lnTo>
                <a:lnTo>
                  <a:pt x="146739" y="4589904"/>
                </a:lnTo>
                <a:lnTo>
                  <a:pt x="136262" y="4544629"/>
                </a:lnTo>
                <a:lnTo>
                  <a:pt x="126160" y="4499212"/>
                </a:lnTo>
                <a:lnTo>
                  <a:pt x="116432" y="4453655"/>
                </a:lnTo>
                <a:lnTo>
                  <a:pt x="107082" y="4407960"/>
                </a:lnTo>
                <a:lnTo>
                  <a:pt x="98110" y="4362128"/>
                </a:lnTo>
                <a:lnTo>
                  <a:pt x="89519" y="4316161"/>
                </a:lnTo>
                <a:lnTo>
                  <a:pt x="81310" y="4270060"/>
                </a:lnTo>
                <a:lnTo>
                  <a:pt x="73485" y="4223828"/>
                </a:lnTo>
                <a:lnTo>
                  <a:pt x="66045" y="4177465"/>
                </a:lnTo>
                <a:lnTo>
                  <a:pt x="58992" y="4130975"/>
                </a:lnTo>
                <a:lnTo>
                  <a:pt x="52329" y="4084357"/>
                </a:lnTo>
                <a:lnTo>
                  <a:pt x="46056" y="4037615"/>
                </a:lnTo>
                <a:lnTo>
                  <a:pt x="40176" y="3990750"/>
                </a:lnTo>
                <a:lnTo>
                  <a:pt x="34689" y="3943763"/>
                </a:lnTo>
                <a:lnTo>
                  <a:pt x="29598" y="3896657"/>
                </a:lnTo>
                <a:lnTo>
                  <a:pt x="24905" y="3849432"/>
                </a:lnTo>
                <a:lnTo>
                  <a:pt x="20611" y="3802091"/>
                </a:lnTo>
                <a:lnTo>
                  <a:pt x="16718" y="3754636"/>
                </a:lnTo>
                <a:lnTo>
                  <a:pt x="13227" y="3707067"/>
                </a:lnTo>
                <a:lnTo>
                  <a:pt x="10141" y="3659387"/>
                </a:lnTo>
                <a:lnTo>
                  <a:pt x="7461" y="3611598"/>
                </a:lnTo>
                <a:lnTo>
                  <a:pt x="5188" y="3563701"/>
                </a:lnTo>
                <a:lnTo>
                  <a:pt x="3325" y="3515697"/>
                </a:lnTo>
                <a:lnTo>
                  <a:pt x="1872" y="3467590"/>
                </a:lnTo>
                <a:lnTo>
                  <a:pt x="833" y="3419379"/>
                </a:lnTo>
                <a:lnTo>
                  <a:pt x="208" y="3371068"/>
                </a:lnTo>
                <a:lnTo>
                  <a:pt x="0" y="3322657"/>
                </a:lnTo>
                <a:lnTo>
                  <a:pt x="208" y="3274246"/>
                </a:lnTo>
                <a:lnTo>
                  <a:pt x="833" y="3225934"/>
                </a:lnTo>
                <a:lnTo>
                  <a:pt x="1872" y="3177724"/>
                </a:lnTo>
                <a:lnTo>
                  <a:pt x="3325" y="3129616"/>
                </a:lnTo>
                <a:lnTo>
                  <a:pt x="5188" y="3081613"/>
                </a:lnTo>
                <a:lnTo>
                  <a:pt x="7461" y="3033716"/>
                </a:lnTo>
                <a:lnTo>
                  <a:pt x="10141" y="2985926"/>
                </a:lnTo>
                <a:lnTo>
                  <a:pt x="13227" y="2938246"/>
                </a:lnTo>
                <a:lnTo>
                  <a:pt x="16718" y="2890678"/>
                </a:lnTo>
                <a:lnTo>
                  <a:pt x="20611" y="2843222"/>
                </a:lnTo>
                <a:lnTo>
                  <a:pt x="24905" y="2795881"/>
                </a:lnTo>
                <a:lnTo>
                  <a:pt x="29598" y="2748657"/>
                </a:lnTo>
                <a:lnTo>
                  <a:pt x="34689" y="2701550"/>
                </a:lnTo>
                <a:lnTo>
                  <a:pt x="40176" y="2654563"/>
                </a:lnTo>
                <a:lnTo>
                  <a:pt x="46056" y="2607698"/>
                </a:lnTo>
                <a:lnTo>
                  <a:pt x="52329" y="2560956"/>
                </a:lnTo>
                <a:lnTo>
                  <a:pt x="58992" y="2514339"/>
                </a:lnTo>
                <a:lnTo>
                  <a:pt x="66045" y="2467848"/>
                </a:lnTo>
                <a:lnTo>
                  <a:pt x="73485" y="2421486"/>
                </a:lnTo>
                <a:lnTo>
                  <a:pt x="81310" y="2375253"/>
                </a:lnTo>
                <a:lnTo>
                  <a:pt x="89519" y="2329153"/>
                </a:lnTo>
                <a:lnTo>
                  <a:pt x="98110" y="2283186"/>
                </a:lnTo>
                <a:lnTo>
                  <a:pt x="107082" y="2237353"/>
                </a:lnTo>
                <a:lnTo>
                  <a:pt x="116432" y="2191658"/>
                </a:lnTo>
                <a:lnTo>
                  <a:pt x="126160" y="2146101"/>
                </a:lnTo>
                <a:lnTo>
                  <a:pt x="136262" y="2100685"/>
                </a:lnTo>
                <a:lnTo>
                  <a:pt x="146739" y="2055410"/>
                </a:lnTo>
                <a:lnTo>
                  <a:pt x="157587" y="2010279"/>
                </a:lnTo>
                <a:lnTo>
                  <a:pt x="168806" y="1965293"/>
                </a:lnTo>
                <a:lnTo>
                  <a:pt x="180392" y="1920454"/>
                </a:lnTo>
                <a:lnTo>
                  <a:pt x="192346" y="1875764"/>
                </a:lnTo>
                <a:lnTo>
                  <a:pt x="204665" y="1831225"/>
                </a:lnTo>
                <a:lnTo>
                  <a:pt x="217347" y="1786837"/>
                </a:lnTo>
                <a:lnTo>
                  <a:pt x="230391" y="1742604"/>
                </a:lnTo>
                <a:lnTo>
                  <a:pt x="243795" y="1698525"/>
                </a:lnTo>
                <a:lnTo>
                  <a:pt x="257557" y="1654605"/>
                </a:lnTo>
                <a:lnTo>
                  <a:pt x="271676" y="1610843"/>
                </a:lnTo>
                <a:lnTo>
                  <a:pt x="286150" y="1567242"/>
                </a:lnTo>
                <a:lnTo>
                  <a:pt x="300977" y="1523803"/>
                </a:lnTo>
                <a:lnTo>
                  <a:pt x="316155" y="1480528"/>
                </a:lnTo>
                <a:lnTo>
                  <a:pt x="331683" y="1437419"/>
                </a:lnTo>
                <a:lnTo>
                  <a:pt x="347559" y="1394478"/>
                </a:lnTo>
                <a:lnTo>
                  <a:pt x="363782" y="1351705"/>
                </a:lnTo>
                <a:lnTo>
                  <a:pt x="380349" y="1309104"/>
                </a:lnTo>
                <a:lnTo>
                  <a:pt x="397259" y="1266675"/>
                </a:lnTo>
                <a:lnTo>
                  <a:pt x="414510" y="1224420"/>
                </a:lnTo>
                <a:lnTo>
                  <a:pt x="432101" y="1182342"/>
                </a:lnTo>
                <a:lnTo>
                  <a:pt x="450030" y="1140441"/>
                </a:lnTo>
                <a:lnTo>
                  <a:pt x="468295" y="1098719"/>
                </a:lnTo>
                <a:lnTo>
                  <a:pt x="486894" y="1057179"/>
                </a:lnTo>
                <a:lnTo>
                  <a:pt x="505826" y="1015821"/>
                </a:lnTo>
                <a:lnTo>
                  <a:pt x="525089" y="974648"/>
                </a:lnTo>
                <a:lnTo>
                  <a:pt x="544681" y="933661"/>
                </a:lnTo>
                <a:lnTo>
                  <a:pt x="564601" y="892862"/>
                </a:lnTo>
                <a:lnTo>
                  <a:pt x="584847" y="852253"/>
                </a:lnTo>
                <a:lnTo>
                  <a:pt x="605417" y="811835"/>
                </a:lnTo>
                <a:lnTo>
                  <a:pt x="626310" y="771610"/>
                </a:lnTo>
                <a:lnTo>
                  <a:pt x="647523" y="731579"/>
                </a:lnTo>
                <a:lnTo>
                  <a:pt x="669056" y="691746"/>
                </a:lnTo>
                <a:lnTo>
                  <a:pt x="690906" y="652110"/>
                </a:lnTo>
                <a:lnTo>
                  <a:pt x="713071" y="612674"/>
                </a:lnTo>
                <a:lnTo>
                  <a:pt x="735551" y="573440"/>
                </a:lnTo>
                <a:lnTo>
                  <a:pt x="758342" y="534409"/>
                </a:lnTo>
                <a:lnTo>
                  <a:pt x="781445" y="495582"/>
                </a:lnTo>
                <a:lnTo>
                  <a:pt x="804856" y="456963"/>
                </a:lnTo>
                <a:lnTo>
                  <a:pt x="828575" y="418552"/>
                </a:lnTo>
                <a:lnTo>
                  <a:pt x="852599" y="380351"/>
                </a:lnTo>
                <a:lnTo>
                  <a:pt x="876926" y="342362"/>
                </a:lnTo>
                <a:lnTo>
                  <a:pt x="901556" y="304586"/>
                </a:lnTo>
                <a:lnTo>
                  <a:pt x="926486" y="267025"/>
                </a:lnTo>
                <a:lnTo>
                  <a:pt x="951715" y="229681"/>
                </a:lnTo>
                <a:lnTo>
                  <a:pt x="977241" y="192556"/>
                </a:lnTo>
                <a:lnTo>
                  <a:pt x="1003062" y="155651"/>
                </a:lnTo>
                <a:lnTo>
                  <a:pt x="1029176" y="118968"/>
                </a:lnTo>
                <a:lnTo>
                  <a:pt x="1055582" y="82509"/>
                </a:lnTo>
                <a:lnTo>
                  <a:pt x="1082279" y="46275"/>
                </a:lnTo>
                <a:lnTo>
                  <a:pt x="1109264" y="10269"/>
                </a:lnTo>
                <a:lnTo>
                  <a:pt x="1117092" y="0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32639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</a:t>
            </a:r>
            <a:r>
              <a:rPr spc="-4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970913" y="1739595"/>
            <a:ext cx="463613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latin typeface="Calibri"/>
                <a:cs typeface="Calibri"/>
              </a:rPr>
              <a:t>Output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Page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(Live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Dashboard)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50" dirty="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70913" y="2605786"/>
            <a:ext cx="14589760" cy="2160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admin dashboard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overview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activities,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including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total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bookings,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total </a:t>
            </a:r>
            <a:r>
              <a:rPr sz="2800" dirty="0">
                <a:latin typeface="Times New Roman"/>
                <a:cs typeface="Times New Roman"/>
              </a:rPr>
              <a:t>tickets,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top-performing</a:t>
            </a:r>
            <a:r>
              <a:rPr sz="2800" spc="-10" dirty="0">
                <a:latin typeface="Times New Roman"/>
                <a:cs typeface="Times New Roman"/>
              </a:rPr>
              <a:t> department.</a:t>
            </a:r>
            <a:endParaRPr sz="2800">
              <a:latin typeface="Times New Roman"/>
              <a:cs typeface="Times New Roman"/>
            </a:endParaRPr>
          </a:p>
          <a:p>
            <a:pPr marL="469900" marR="198120" indent="-4572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It displays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detailed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records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ID, user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email,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department,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of </a:t>
            </a:r>
            <a:r>
              <a:rPr sz="2800" dirty="0">
                <a:latin typeface="Times New Roman"/>
                <a:cs typeface="Times New Roman"/>
              </a:rPr>
              <a:t>tickets,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structured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table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format.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dashboard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includes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search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feature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quickly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specific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bookings.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94567" y="5166359"/>
            <a:ext cx="8119680" cy="38282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7321295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3899" y="7546593"/>
            <a:ext cx="21717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9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8341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341" y="4091381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8341" y="5427040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8341" y="4759274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59877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8341" y="6094933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9932" y="665530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8341" y="6762698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312895" y="1027175"/>
            <a:ext cx="2284730" cy="8202295"/>
            <a:chOff x="16312895" y="1027175"/>
            <a:chExt cx="2284730" cy="820229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12895" y="1027175"/>
              <a:ext cx="947928" cy="23774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6786859" y="1370120"/>
              <a:ext cx="1501140" cy="7550150"/>
            </a:xfrm>
            <a:custGeom>
              <a:avLst/>
              <a:gdLst/>
              <a:ahLst/>
              <a:cxnLst/>
              <a:rect l="l" t="t" r="r" b="b"/>
              <a:pathLst>
                <a:path w="1501140" h="7550150">
                  <a:moveTo>
                    <a:pt x="1501140" y="7549807"/>
                  </a:moveTo>
                  <a:lnTo>
                    <a:pt x="1454574" y="7499987"/>
                  </a:lnTo>
                  <a:lnTo>
                    <a:pt x="1424269" y="7466847"/>
                  </a:lnTo>
                  <a:lnTo>
                    <a:pt x="1394232" y="7433460"/>
                  </a:lnTo>
                  <a:lnTo>
                    <a:pt x="1364464" y="7399827"/>
                  </a:lnTo>
                  <a:lnTo>
                    <a:pt x="1334968" y="7365950"/>
                  </a:lnTo>
                  <a:lnTo>
                    <a:pt x="1305745" y="7331831"/>
                  </a:lnTo>
                  <a:lnTo>
                    <a:pt x="1276796" y="7297471"/>
                  </a:lnTo>
                  <a:lnTo>
                    <a:pt x="1248124" y="7262872"/>
                  </a:lnTo>
                  <a:lnTo>
                    <a:pt x="1219731" y="7228036"/>
                  </a:lnTo>
                  <a:lnTo>
                    <a:pt x="1191617" y="7192964"/>
                  </a:lnTo>
                  <a:lnTo>
                    <a:pt x="1163784" y="7157659"/>
                  </a:lnTo>
                  <a:lnTo>
                    <a:pt x="1136235" y="7122121"/>
                  </a:lnTo>
                  <a:lnTo>
                    <a:pt x="1108970" y="7086353"/>
                  </a:lnTo>
                  <a:lnTo>
                    <a:pt x="1081993" y="7050356"/>
                  </a:lnTo>
                  <a:lnTo>
                    <a:pt x="1055303" y="7014132"/>
                  </a:lnTo>
                  <a:lnTo>
                    <a:pt x="1028904" y="6977683"/>
                  </a:lnTo>
                  <a:lnTo>
                    <a:pt x="1002797" y="6941010"/>
                  </a:lnTo>
                  <a:lnTo>
                    <a:pt x="976983" y="6904116"/>
                  </a:lnTo>
                  <a:lnTo>
                    <a:pt x="951464" y="6867001"/>
                  </a:lnTo>
                  <a:lnTo>
                    <a:pt x="926242" y="6829667"/>
                  </a:lnTo>
                  <a:lnTo>
                    <a:pt x="901318" y="6792117"/>
                  </a:lnTo>
                  <a:lnTo>
                    <a:pt x="876695" y="6754352"/>
                  </a:lnTo>
                  <a:lnTo>
                    <a:pt x="852374" y="6716373"/>
                  </a:lnTo>
                  <a:lnTo>
                    <a:pt x="828356" y="6678182"/>
                  </a:lnTo>
                  <a:lnTo>
                    <a:pt x="804644" y="6639782"/>
                  </a:lnTo>
                  <a:lnTo>
                    <a:pt x="781239" y="6601173"/>
                  </a:lnTo>
                  <a:lnTo>
                    <a:pt x="758143" y="6562358"/>
                  </a:lnTo>
                  <a:lnTo>
                    <a:pt x="735357" y="6523337"/>
                  </a:lnTo>
                  <a:lnTo>
                    <a:pt x="712884" y="6484114"/>
                  </a:lnTo>
                  <a:lnTo>
                    <a:pt x="690724" y="6444689"/>
                  </a:lnTo>
                  <a:lnTo>
                    <a:pt x="668880" y="6405064"/>
                  </a:lnTo>
                  <a:lnTo>
                    <a:pt x="647353" y="6365242"/>
                  </a:lnTo>
                  <a:lnTo>
                    <a:pt x="626145" y="6325222"/>
                  </a:lnTo>
                  <a:lnTo>
                    <a:pt x="605258" y="6285009"/>
                  </a:lnTo>
                  <a:lnTo>
                    <a:pt x="584694" y="6244602"/>
                  </a:lnTo>
                  <a:lnTo>
                    <a:pt x="564453" y="6204004"/>
                  </a:lnTo>
                  <a:lnTo>
                    <a:pt x="544538" y="6163216"/>
                  </a:lnTo>
                  <a:lnTo>
                    <a:pt x="524951" y="6122241"/>
                  </a:lnTo>
                  <a:lnTo>
                    <a:pt x="505693" y="6081079"/>
                  </a:lnTo>
                  <a:lnTo>
                    <a:pt x="486766" y="6039733"/>
                  </a:lnTo>
                  <a:lnTo>
                    <a:pt x="468172" y="5998204"/>
                  </a:lnTo>
                  <a:lnTo>
                    <a:pt x="449912" y="5956494"/>
                  </a:lnTo>
                  <a:lnTo>
                    <a:pt x="431988" y="5914605"/>
                  </a:lnTo>
                  <a:lnTo>
                    <a:pt x="414402" y="5872539"/>
                  </a:lnTo>
                  <a:lnTo>
                    <a:pt x="397155" y="5830296"/>
                  </a:lnTo>
                  <a:lnTo>
                    <a:pt x="380249" y="5787879"/>
                  </a:lnTo>
                  <a:lnTo>
                    <a:pt x="363687" y="5745289"/>
                  </a:lnTo>
                  <a:lnTo>
                    <a:pt x="347468" y="5702529"/>
                  </a:lnTo>
                  <a:lnTo>
                    <a:pt x="331596" y="5659600"/>
                  </a:lnTo>
                  <a:lnTo>
                    <a:pt x="316072" y="5616503"/>
                  </a:lnTo>
                  <a:lnTo>
                    <a:pt x="300898" y="5573240"/>
                  </a:lnTo>
                  <a:lnTo>
                    <a:pt x="286075" y="5529814"/>
                  </a:lnTo>
                  <a:lnTo>
                    <a:pt x="271605" y="5486225"/>
                  </a:lnTo>
                  <a:lnTo>
                    <a:pt x="257490" y="5442475"/>
                  </a:lnTo>
                  <a:lnTo>
                    <a:pt x="243732" y="5398567"/>
                  </a:lnTo>
                  <a:lnTo>
                    <a:pt x="230331" y="5354501"/>
                  </a:lnTo>
                  <a:lnTo>
                    <a:pt x="217291" y="5310280"/>
                  </a:lnTo>
                  <a:lnTo>
                    <a:pt x="204612" y="5265905"/>
                  </a:lnTo>
                  <a:lnTo>
                    <a:pt x="192296" y="5221379"/>
                  </a:lnTo>
                  <a:lnTo>
                    <a:pt x="180346" y="5176701"/>
                  </a:lnTo>
                  <a:lnTo>
                    <a:pt x="168762" y="5131875"/>
                  </a:lnTo>
                  <a:lnTo>
                    <a:pt x="157546" y="5086902"/>
                  </a:lnTo>
                  <a:lnTo>
                    <a:pt x="146701" y="5041784"/>
                  </a:lnTo>
                  <a:lnTo>
                    <a:pt x="136227" y="4996522"/>
                  </a:lnTo>
                  <a:lnTo>
                    <a:pt x="126127" y="4951119"/>
                  </a:lnTo>
                  <a:lnTo>
                    <a:pt x="116402" y="4905575"/>
                  </a:lnTo>
                  <a:lnTo>
                    <a:pt x="107054" y="4859893"/>
                  </a:lnTo>
                  <a:lnTo>
                    <a:pt x="98085" y="4814074"/>
                  </a:lnTo>
                  <a:lnTo>
                    <a:pt x="89496" y="4768119"/>
                  </a:lnTo>
                  <a:lnTo>
                    <a:pt x="81289" y="4722032"/>
                  </a:lnTo>
                  <a:lnTo>
                    <a:pt x="73466" y="4675813"/>
                  </a:lnTo>
                  <a:lnTo>
                    <a:pt x="66028" y="4629464"/>
                  </a:lnTo>
                  <a:lnTo>
                    <a:pt x="58977" y="4582987"/>
                  </a:lnTo>
                  <a:lnTo>
                    <a:pt x="52315" y="4536383"/>
                  </a:lnTo>
                  <a:lnTo>
                    <a:pt x="46044" y="4489654"/>
                  </a:lnTo>
                  <a:lnTo>
                    <a:pt x="40165" y="4442802"/>
                  </a:lnTo>
                  <a:lnTo>
                    <a:pt x="34680" y="4395829"/>
                  </a:lnTo>
                  <a:lnTo>
                    <a:pt x="29591" y="4348736"/>
                  </a:lnTo>
                  <a:lnTo>
                    <a:pt x="24899" y="4301525"/>
                  </a:lnTo>
                  <a:lnTo>
                    <a:pt x="20606" y="4254198"/>
                  </a:lnTo>
                  <a:lnTo>
                    <a:pt x="16714" y="4206756"/>
                  </a:lnTo>
                  <a:lnTo>
                    <a:pt x="13224" y="4159202"/>
                  </a:lnTo>
                  <a:lnTo>
                    <a:pt x="10138" y="4111536"/>
                  </a:lnTo>
                  <a:lnTo>
                    <a:pt x="7459" y="4063760"/>
                  </a:lnTo>
                  <a:lnTo>
                    <a:pt x="5187" y="4015877"/>
                  </a:lnTo>
                  <a:lnTo>
                    <a:pt x="3324" y="3967888"/>
                  </a:lnTo>
                  <a:lnTo>
                    <a:pt x="1872" y="3919794"/>
                  </a:lnTo>
                  <a:lnTo>
                    <a:pt x="833" y="3871597"/>
                  </a:lnTo>
                  <a:lnTo>
                    <a:pt x="208" y="3823300"/>
                  </a:lnTo>
                  <a:lnTo>
                    <a:pt x="0" y="3774903"/>
                  </a:lnTo>
                  <a:lnTo>
                    <a:pt x="208" y="3726507"/>
                  </a:lnTo>
                  <a:lnTo>
                    <a:pt x="833" y="3678209"/>
                  </a:lnTo>
                  <a:lnTo>
                    <a:pt x="1872" y="3630013"/>
                  </a:lnTo>
                  <a:lnTo>
                    <a:pt x="3324" y="3581919"/>
                  </a:lnTo>
                  <a:lnTo>
                    <a:pt x="5187" y="3533930"/>
                  </a:lnTo>
                  <a:lnTo>
                    <a:pt x="7459" y="3486046"/>
                  </a:lnTo>
                  <a:lnTo>
                    <a:pt x="10138" y="3438271"/>
                  </a:lnTo>
                  <a:lnTo>
                    <a:pt x="13224" y="3390605"/>
                  </a:lnTo>
                  <a:lnTo>
                    <a:pt x="16714" y="3343050"/>
                  </a:lnTo>
                  <a:lnTo>
                    <a:pt x="20606" y="3295608"/>
                  </a:lnTo>
                  <a:lnTo>
                    <a:pt x="24899" y="3248281"/>
                  </a:lnTo>
                  <a:lnTo>
                    <a:pt x="29591" y="3201070"/>
                  </a:lnTo>
                  <a:lnTo>
                    <a:pt x="34680" y="3153977"/>
                  </a:lnTo>
                  <a:lnTo>
                    <a:pt x="40165" y="3107004"/>
                  </a:lnTo>
                  <a:lnTo>
                    <a:pt x="46044" y="3060152"/>
                  </a:lnTo>
                  <a:lnTo>
                    <a:pt x="52315" y="3013424"/>
                  </a:lnTo>
                  <a:lnTo>
                    <a:pt x="58977" y="2966820"/>
                  </a:lnTo>
                  <a:lnTo>
                    <a:pt x="66028" y="2920343"/>
                  </a:lnTo>
                  <a:lnTo>
                    <a:pt x="73466" y="2873994"/>
                  </a:lnTo>
                  <a:lnTo>
                    <a:pt x="81289" y="2827775"/>
                  </a:lnTo>
                  <a:lnTo>
                    <a:pt x="89496" y="2781687"/>
                  </a:lnTo>
                  <a:lnTo>
                    <a:pt x="98085" y="2735733"/>
                  </a:lnTo>
                  <a:lnTo>
                    <a:pt x="107054" y="2689914"/>
                  </a:lnTo>
                  <a:lnTo>
                    <a:pt x="116402" y="2644232"/>
                  </a:lnTo>
                  <a:lnTo>
                    <a:pt x="126127" y="2598688"/>
                  </a:lnTo>
                  <a:lnTo>
                    <a:pt x="136227" y="2553284"/>
                  </a:lnTo>
                  <a:lnTo>
                    <a:pt x="146701" y="2508023"/>
                  </a:lnTo>
                  <a:lnTo>
                    <a:pt x="157546" y="2462904"/>
                  </a:lnTo>
                  <a:lnTo>
                    <a:pt x="168762" y="2417931"/>
                  </a:lnTo>
                  <a:lnTo>
                    <a:pt x="180346" y="2373105"/>
                  </a:lnTo>
                  <a:lnTo>
                    <a:pt x="192296" y="2328428"/>
                  </a:lnTo>
                  <a:lnTo>
                    <a:pt x="204612" y="2283901"/>
                  </a:lnTo>
                  <a:lnTo>
                    <a:pt x="217291" y="2239526"/>
                  </a:lnTo>
                  <a:lnTo>
                    <a:pt x="230331" y="2195305"/>
                  </a:lnTo>
                  <a:lnTo>
                    <a:pt x="243732" y="2151240"/>
                  </a:lnTo>
                  <a:lnTo>
                    <a:pt x="257490" y="2107331"/>
                  </a:lnTo>
                  <a:lnTo>
                    <a:pt x="271605" y="2063582"/>
                  </a:lnTo>
                  <a:lnTo>
                    <a:pt x="286075" y="2019993"/>
                  </a:lnTo>
                  <a:lnTo>
                    <a:pt x="300898" y="1976567"/>
                  </a:lnTo>
                  <a:lnTo>
                    <a:pt x="316072" y="1933304"/>
                  </a:lnTo>
                  <a:lnTo>
                    <a:pt x="331596" y="1890207"/>
                  </a:lnTo>
                  <a:lnTo>
                    <a:pt x="347468" y="1847278"/>
                  </a:lnTo>
                  <a:lnTo>
                    <a:pt x="363687" y="1804517"/>
                  </a:lnTo>
                  <a:lnTo>
                    <a:pt x="380249" y="1761928"/>
                  </a:lnTo>
                  <a:lnTo>
                    <a:pt x="397155" y="1719511"/>
                  </a:lnTo>
                  <a:lnTo>
                    <a:pt x="414402" y="1677268"/>
                  </a:lnTo>
                  <a:lnTo>
                    <a:pt x="431988" y="1635201"/>
                  </a:lnTo>
                  <a:lnTo>
                    <a:pt x="449912" y="1593312"/>
                  </a:lnTo>
                  <a:lnTo>
                    <a:pt x="468172" y="1551602"/>
                  </a:lnTo>
                  <a:lnTo>
                    <a:pt x="486766" y="1510074"/>
                  </a:lnTo>
                  <a:lnTo>
                    <a:pt x="505693" y="1468728"/>
                  </a:lnTo>
                  <a:lnTo>
                    <a:pt x="524951" y="1427566"/>
                  </a:lnTo>
                  <a:lnTo>
                    <a:pt x="544538" y="1386591"/>
                  </a:lnTo>
                  <a:lnTo>
                    <a:pt x="564453" y="1345803"/>
                  </a:lnTo>
                  <a:lnTo>
                    <a:pt x="584694" y="1305205"/>
                  </a:lnTo>
                  <a:lnTo>
                    <a:pt x="605258" y="1264798"/>
                  </a:lnTo>
                  <a:lnTo>
                    <a:pt x="626145" y="1224584"/>
                  </a:lnTo>
                  <a:lnTo>
                    <a:pt x="647353" y="1184565"/>
                  </a:lnTo>
                  <a:lnTo>
                    <a:pt x="668880" y="1144742"/>
                  </a:lnTo>
                  <a:lnTo>
                    <a:pt x="690724" y="1105118"/>
                  </a:lnTo>
                  <a:lnTo>
                    <a:pt x="712884" y="1065693"/>
                  </a:lnTo>
                  <a:lnTo>
                    <a:pt x="735357" y="1026469"/>
                  </a:lnTo>
                  <a:lnTo>
                    <a:pt x="758143" y="987449"/>
                  </a:lnTo>
                  <a:lnTo>
                    <a:pt x="781239" y="948634"/>
                  </a:lnTo>
                  <a:lnTo>
                    <a:pt x="804644" y="910025"/>
                  </a:lnTo>
                  <a:lnTo>
                    <a:pt x="828356" y="871624"/>
                  </a:lnTo>
                  <a:lnTo>
                    <a:pt x="852374" y="833434"/>
                  </a:lnTo>
                  <a:lnTo>
                    <a:pt x="876695" y="795455"/>
                  </a:lnTo>
                  <a:lnTo>
                    <a:pt x="901318" y="757690"/>
                  </a:lnTo>
                  <a:lnTo>
                    <a:pt x="926242" y="720139"/>
                  </a:lnTo>
                  <a:lnTo>
                    <a:pt x="951464" y="682806"/>
                  </a:lnTo>
                  <a:lnTo>
                    <a:pt x="976983" y="645691"/>
                  </a:lnTo>
                  <a:lnTo>
                    <a:pt x="1002797" y="608796"/>
                  </a:lnTo>
                  <a:lnTo>
                    <a:pt x="1028904" y="572124"/>
                  </a:lnTo>
                  <a:lnTo>
                    <a:pt x="1055303" y="535674"/>
                  </a:lnTo>
                  <a:lnTo>
                    <a:pt x="1081993" y="499450"/>
                  </a:lnTo>
                  <a:lnTo>
                    <a:pt x="1108970" y="463454"/>
                  </a:lnTo>
                  <a:lnTo>
                    <a:pt x="1136235" y="427686"/>
                  </a:lnTo>
                  <a:lnTo>
                    <a:pt x="1163784" y="392148"/>
                  </a:lnTo>
                  <a:lnTo>
                    <a:pt x="1191617" y="356842"/>
                  </a:lnTo>
                  <a:lnTo>
                    <a:pt x="1219731" y="321771"/>
                  </a:lnTo>
                  <a:lnTo>
                    <a:pt x="1248124" y="286935"/>
                  </a:lnTo>
                  <a:lnTo>
                    <a:pt x="1276796" y="252336"/>
                  </a:lnTo>
                  <a:lnTo>
                    <a:pt x="1305745" y="217976"/>
                  </a:lnTo>
                  <a:lnTo>
                    <a:pt x="1334968" y="183857"/>
                  </a:lnTo>
                  <a:lnTo>
                    <a:pt x="1364464" y="149980"/>
                  </a:lnTo>
                  <a:lnTo>
                    <a:pt x="1394232" y="116347"/>
                  </a:lnTo>
                  <a:lnTo>
                    <a:pt x="1424269" y="82960"/>
                  </a:lnTo>
                  <a:lnTo>
                    <a:pt x="1454574" y="49820"/>
                  </a:lnTo>
                  <a:lnTo>
                    <a:pt x="1485145" y="16930"/>
                  </a:lnTo>
                  <a:lnTo>
                    <a:pt x="1501140" y="0"/>
                  </a:lnTo>
                </a:path>
              </a:pathLst>
            </a:custGeom>
            <a:ln w="618744">
              <a:solidFill>
                <a:srgbClr val="FC61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0">
              <a:lnSpc>
                <a:spcPct val="100000"/>
              </a:lnSpc>
              <a:spcBef>
                <a:spcPts val="100"/>
              </a:spcBef>
            </a:pPr>
            <a:r>
              <a:rPr dirty="0"/>
              <a:t>ADVANTAGES</a:t>
            </a:r>
            <a:r>
              <a:rPr spc="-60" dirty="0"/>
              <a:t> </a:t>
            </a:r>
            <a:r>
              <a:rPr dirty="0"/>
              <a:t>&amp;</a:t>
            </a:r>
            <a:r>
              <a:rPr spc="-95" dirty="0"/>
              <a:t> </a:t>
            </a:r>
            <a:r>
              <a:rPr spc="-10" dirty="0"/>
              <a:t>LIMITATIONS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187067" y="1283030"/>
            <a:ext cx="25793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Advantages</a:t>
            </a:r>
            <a:r>
              <a:rPr sz="3600" b="1" spc="-15" dirty="0">
                <a:latin typeface="Times New Roman"/>
                <a:cs typeface="Times New Roman"/>
              </a:rPr>
              <a:t> </a:t>
            </a:r>
            <a:r>
              <a:rPr sz="3600" b="1" spc="-50" dirty="0">
                <a:latin typeface="Times New Roman"/>
                <a:cs typeface="Times New Roman"/>
              </a:rPr>
              <a:t>: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Wingdings"/>
              <a:buChar char=""/>
              <a:tabLst>
                <a:tab pos="469265" algn="l"/>
              </a:tabLst>
            </a:pPr>
            <a:r>
              <a:rPr dirty="0"/>
              <a:t>Provides</a:t>
            </a:r>
            <a:r>
              <a:rPr spc="-6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fast</a:t>
            </a:r>
            <a:r>
              <a:rPr spc="-6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easy</a:t>
            </a:r>
            <a:r>
              <a:rPr spc="-30" dirty="0"/>
              <a:t> </a:t>
            </a:r>
            <a:r>
              <a:rPr dirty="0"/>
              <a:t>ticket</a:t>
            </a:r>
            <a:r>
              <a:rPr spc="-60" dirty="0"/>
              <a:t> </a:t>
            </a:r>
            <a:r>
              <a:rPr dirty="0"/>
              <a:t>booking</a:t>
            </a:r>
            <a:r>
              <a:rPr spc="-90" dirty="0"/>
              <a:t> </a:t>
            </a:r>
            <a:r>
              <a:rPr spc="-10" dirty="0"/>
              <a:t>process.</a:t>
            </a:r>
          </a:p>
          <a:p>
            <a:pPr marL="469265" indent="-456565">
              <a:lnSpc>
                <a:spcPct val="100000"/>
              </a:lnSpc>
              <a:buFont typeface="Wingdings"/>
              <a:buChar char=""/>
              <a:tabLst>
                <a:tab pos="469265" algn="l"/>
              </a:tabLst>
            </a:pPr>
            <a:r>
              <a:rPr dirty="0"/>
              <a:t>Reduces</a:t>
            </a:r>
            <a:r>
              <a:rPr spc="-100" dirty="0"/>
              <a:t> </a:t>
            </a:r>
            <a:r>
              <a:rPr dirty="0"/>
              <a:t>manual</a:t>
            </a:r>
            <a:r>
              <a:rPr spc="-65" dirty="0"/>
              <a:t> </a:t>
            </a:r>
            <a:r>
              <a:rPr dirty="0"/>
              <a:t>work</a:t>
            </a:r>
            <a:r>
              <a:rPr spc="-114" dirty="0"/>
              <a:t> </a:t>
            </a:r>
            <a:r>
              <a:rPr dirty="0"/>
              <a:t>and</a:t>
            </a:r>
            <a:r>
              <a:rPr spc="-110" dirty="0"/>
              <a:t> </a:t>
            </a:r>
            <a:r>
              <a:rPr dirty="0"/>
              <a:t>minimizes</a:t>
            </a:r>
            <a:r>
              <a:rPr spc="-15" dirty="0"/>
              <a:t> </a:t>
            </a:r>
            <a:r>
              <a:rPr dirty="0"/>
              <a:t>human</a:t>
            </a:r>
            <a:r>
              <a:rPr spc="-60" dirty="0"/>
              <a:t> </a:t>
            </a:r>
            <a:r>
              <a:rPr spc="-10" dirty="0"/>
              <a:t>errors.</a:t>
            </a:r>
          </a:p>
          <a:p>
            <a:pPr marL="469265" indent="-456565">
              <a:lnSpc>
                <a:spcPct val="100000"/>
              </a:lnSpc>
              <a:buFont typeface="Wingdings"/>
              <a:buChar char=""/>
              <a:tabLst>
                <a:tab pos="469265" algn="l"/>
              </a:tabLst>
            </a:pPr>
            <a:r>
              <a:rPr dirty="0"/>
              <a:t>Offers</a:t>
            </a:r>
            <a:r>
              <a:rPr spc="-80" dirty="0"/>
              <a:t> </a:t>
            </a:r>
            <a:r>
              <a:rPr spc="-20" dirty="0"/>
              <a:t>real-</a:t>
            </a:r>
            <a:r>
              <a:rPr dirty="0"/>
              <a:t>time</a:t>
            </a:r>
            <a:r>
              <a:rPr spc="25" dirty="0"/>
              <a:t> </a:t>
            </a:r>
            <a:r>
              <a:rPr dirty="0"/>
              <a:t>ticket</a:t>
            </a:r>
            <a:r>
              <a:rPr spc="-75" dirty="0"/>
              <a:t> </a:t>
            </a:r>
            <a:r>
              <a:rPr dirty="0"/>
              <a:t>availability</a:t>
            </a:r>
            <a:r>
              <a:rPr spc="-5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instant</a:t>
            </a:r>
            <a:r>
              <a:rPr spc="-75" dirty="0"/>
              <a:t> </a:t>
            </a:r>
            <a:r>
              <a:rPr spc="-10" dirty="0"/>
              <a:t>confirmation.</a:t>
            </a: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469265" algn="l"/>
              </a:tabLst>
            </a:pPr>
            <a:r>
              <a:rPr spc="-25" dirty="0"/>
              <a:t>User-</a:t>
            </a:r>
            <a:r>
              <a:rPr dirty="0"/>
              <a:t>friendly</a:t>
            </a:r>
            <a:r>
              <a:rPr spc="-3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responsive</a:t>
            </a:r>
            <a:r>
              <a:rPr spc="-50" dirty="0"/>
              <a:t> </a:t>
            </a:r>
            <a:r>
              <a:rPr dirty="0"/>
              <a:t>design</a:t>
            </a:r>
            <a:r>
              <a:rPr spc="-40" dirty="0"/>
              <a:t> </a:t>
            </a:r>
            <a:r>
              <a:rPr dirty="0"/>
              <a:t>for</a:t>
            </a:r>
            <a:r>
              <a:rPr spc="-90" dirty="0"/>
              <a:t> </a:t>
            </a:r>
            <a:r>
              <a:rPr dirty="0"/>
              <a:t>all</a:t>
            </a:r>
            <a:r>
              <a:rPr spc="-40" dirty="0"/>
              <a:t> </a:t>
            </a:r>
            <a:r>
              <a:rPr spc="-10" dirty="0"/>
              <a:t>devices.</a:t>
            </a:r>
          </a:p>
          <a:p>
            <a:pPr marL="469265" indent="-456565">
              <a:lnSpc>
                <a:spcPct val="100000"/>
              </a:lnSpc>
              <a:buFont typeface="Wingdings"/>
              <a:buChar char=""/>
              <a:tabLst>
                <a:tab pos="469265" algn="l"/>
              </a:tabLst>
            </a:pPr>
            <a:r>
              <a:rPr dirty="0"/>
              <a:t>Centralized</a:t>
            </a:r>
            <a:r>
              <a:rPr spc="-75" dirty="0"/>
              <a:t> </a:t>
            </a:r>
            <a:r>
              <a:rPr dirty="0"/>
              <a:t>system</a:t>
            </a:r>
            <a:r>
              <a:rPr spc="-55" dirty="0"/>
              <a:t> </a:t>
            </a:r>
            <a:r>
              <a:rPr dirty="0"/>
              <a:t>for</a:t>
            </a:r>
            <a:r>
              <a:rPr spc="-120" dirty="0"/>
              <a:t> </a:t>
            </a:r>
            <a:r>
              <a:rPr dirty="0"/>
              <a:t>managing</a:t>
            </a:r>
            <a:r>
              <a:rPr spc="-30" dirty="0"/>
              <a:t> </a:t>
            </a:r>
            <a:r>
              <a:rPr dirty="0"/>
              <a:t>events</a:t>
            </a:r>
            <a:r>
              <a:rPr spc="-90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spc="-10" dirty="0"/>
              <a:t>bookings.</a:t>
            </a:r>
          </a:p>
          <a:p>
            <a:pPr marL="469265" indent="-456565">
              <a:lnSpc>
                <a:spcPts val="3829"/>
              </a:lnSpc>
              <a:buFont typeface="Wingdings"/>
              <a:buChar char=""/>
              <a:tabLst>
                <a:tab pos="469265" algn="l"/>
              </a:tabLst>
            </a:pPr>
            <a:r>
              <a:rPr dirty="0"/>
              <a:t>Enables</a:t>
            </a:r>
            <a:r>
              <a:rPr spc="-80" dirty="0"/>
              <a:t> </a:t>
            </a:r>
            <a:r>
              <a:rPr dirty="0"/>
              <a:t>easy</a:t>
            </a:r>
            <a:r>
              <a:rPr spc="-65" dirty="0"/>
              <a:t> </a:t>
            </a:r>
            <a:r>
              <a:rPr dirty="0"/>
              <a:t>tracking</a:t>
            </a:r>
            <a:r>
              <a:rPr spc="-8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management of</a:t>
            </a:r>
            <a:r>
              <a:rPr spc="-105" dirty="0"/>
              <a:t> </a:t>
            </a:r>
            <a:r>
              <a:rPr dirty="0"/>
              <a:t>booking</a:t>
            </a:r>
            <a:r>
              <a:rPr spc="-110" dirty="0"/>
              <a:t> </a:t>
            </a:r>
            <a:r>
              <a:rPr spc="-10" dirty="0"/>
              <a:t>records.</a:t>
            </a:r>
          </a:p>
          <a:p>
            <a:pPr marL="12700">
              <a:lnSpc>
                <a:spcPts val="4310"/>
              </a:lnSpc>
            </a:pPr>
            <a:r>
              <a:rPr sz="3600" b="1" dirty="0">
                <a:latin typeface="Times New Roman"/>
                <a:cs typeface="Times New Roman"/>
              </a:rPr>
              <a:t>Limitations</a:t>
            </a:r>
            <a:r>
              <a:rPr sz="3600" b="1" spc="-30" dirty="0">
                <a:latin typeface="Times New Roman"/>
                <a:cs typeface="Times New Roman"/>
              </a:rPr>
              <a:t> </a:t>
            </a:r>
            <a:r>
              <a:rPr sz="3600" b="1" spc="-50" dirty="0">
                <a:latin typeface="Times New Roman"/>
                <a:cs typeface="Times New Roman"/>
              </a:rPr>
              <a:t>: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87067" y="6408242"/>
            <a:ext cx="9787890" cy="2951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Wingdings"/>
              <a:buChar char="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Requires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internet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connection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access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system.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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Dependent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server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performance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availability.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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Limited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features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if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payment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integration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not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included.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Data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security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risks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if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not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properly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implemented.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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Initial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setup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development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require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technical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expertise.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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maintenance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updates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needed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regularly.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17311" y="4029964"/>
            <a:ext cx="6722109" cy="1715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100" i="1" dirty="0">
                <a:solidFill>
                  <a:srgbClr val="181818"/>
                </a:solidFill>
                <a:latin typeface="Palatino Linotype"/>
                <a:cs typeface="Palatino Linotype"/>
              </a:rPr>
              <a:t>Thank</a:t>
            </a:r>
            <a:r>
              <a:rPr sz="11100" i="1" spc="-320" dirty="0">
                <a:solidFill>
                  <a:srgbClr val="181818"/>
                </a:solidFill>
                <a:latin typeface="Palatino Linotype"/>
                <a:cs typeface="Palatino Linotype"/>
              </a:rPr>
              <a:t> </a:t>
            </a:r>
            <a:r>
              <a:rPr sz="11100" i="1" spc="-25" dirty="0">
                <a:solidFill>
                  <a:srgbClr val="181818"/>
                </a:solidFill>
                <a:latin typeface="Palatino Linotype"/>
                <a:cs typeface="Palatino Linotype"/>
              </a:rPr>
              <a:t>you</a:t>
            </a:r>
            <a:endParaRPr sz="111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1587</Words>
  <Application>Microsoft Office PowerPoint</Application>
  <PresentationFormat>Custom</PresentationFormat>
  <Paragraphs>270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MT</vt:lpstr>
      <vt:lpstr>Calibri</vt:lpstr>
      <vt:lpstr>Cambria</vt:lpstr>
      <vt:lpstr>Palatino Linotype</vt:lpstr>
      <vt:lpstr>Times New Roman</vt:lpstr>
      <vt:lpstr>Wingdings</vt:lpstr>
      <vt:lpstr>Office Theme</vt:lpstr>
      <vt:lpstr>Vel Tech Rangarajan Dr. Sagunthala R&amp;D Institute of Science and Technology School of Computing</vt:lpstr>
      <vt:lpstr>INTRODUCTION</vt:lpstr>
      <vt:lpstr>PROBLEM STATEMENT</vt:lpstr>
      <vt:lpstr>OBJECTIVE(S)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madhu</dc:creator>
  <cp:lastModifiedBy>Madhusudhan Reddy</cp:lastModifiedBy>
  <cp:revision>2</cp:revision>
  <dcterms:created xsi:type="dcterms:W3CDTF">2026-04-16T03:47:34Z</dcterms:created>
  <dcterms:modified xsi:type="dcterms:W3CDTF">2026-04-16T03:52:30Z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2026-04-16T00:00:00Z</vt:filetime>
  </property>
  <property fmtid="{D5CDD505-2E9C-101B-9397-08002B2CF9AE}" pid="5" name="Producer">
    <vt:lpwstr>www.ilovepdf.com</vt:lpwstr>
  </property>
</Properties>
</file>